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0"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Lst>
  <p:sldSz cy="6858000" cx="9144000"/>
  <p:notesSz cx="7077075" cy="9363075"/>
  <p:embeddedFontLst>
    <p:embeddedFont>
      <p:font typeface="Helvetica Neue"/>
      <p:regular r:id="rId38"/>
      <p:bold r:id="rId39"/>
      <p:italic r:id="rId40"/>
      <p:boldItalic r:id="rId4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707">
          <p15:clr>
            <a:srgbClr val="A4A3A4"/>
          </p15:clr>
        </p15:guide>
        <p15:guide id="2" pos="576">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3FD3083D-27B5-4277-A0E3-A6BBB3D11219}">
  <a:tblStyle styleId="{3FD3083D-27B5-4277-A0E3-A6BBB3D11219}" styleName="Table_0">
    <a:wholeTbl>
      <a:tcTxStyle b="off" i="off">
        <a:font>
          <a:latin typeface="Helvetica"/>
          <a:ea typeface="Helvetica"/>
          <a:cs typeface="Helvetica"/>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chemeClr val="accent1"/>
          </a:solidFill>
        </a:fill>
      </a:tcStyle>
    </a:wholeTbl>
    <a:band1H>
      <a:tcTxStyle/>
      <a:tcStyle>
        <a:fill>
          <a:solidFill>
            <a:schemeClr val="accent1"/>
          </a:solidFill>
        </a:fill>
      </a:tcStyle>
    </a:band1H>
    <a:band2H>
      <a:tcTxStyle/>
    </a:band2H>
    <a:band1V>
      <a:tcTxStyle/>
      <a:tcStyle>
        <a:fill>
          <a:solidFill>
            <a:schemeClr val="accent1"/>
          </a:solidFill>
        </a:fill>
      </a:tcStyle>
    </a:band1V>
    <a:band2V>
      <a:tcTxStyle/>
    </a:band2V>
    <a:lastCol>
      <a:tcTxStyle b="on" i="off">
        <a:font>
          <a:latin typeface="Helvetica"/>
          <a:ea typeface="Helvetica"/>
          <a:cs typeface="Helvetica"/>
        </a:font>
        <a:schemeClr val="lt1"/>
      </a:tcTxStyle>
      <a:tcStyle>
        <a:fill>
          <a:solidFill>
            <a:schemeClr val="accent1"/>
          </a:solidFill>
        </a:fill>
      </a:tcStyle>
    </a:lastCol>
    <a:firstCol>
      <a:tcTxStyle b="on" i="off">
        <a:font>
          <a:latin typeface="Helvetica"/>
          <a:ea typeface="Helvetica"/>
          <a:cs typeface="Helvetica"/>
        </a:font>
        <a:schemeClr val="lt1"/>
      </a:tcTxStyle>
      <a:tcStyle>
        <a:fill>
          <a:solidFill>
            <a:schemeClr val="accent1"/>
          </a:solidFill>
        </a:fill>
      </a:tcStyle>
    </a:firstCol>
    <a:lastRow>
      <a:tcTxStyle b="on" i="off">
        <a:font>
          <a:latin typeface="Helvetica"/>
          <a:ea typeface="Helvetica"/>
          <a:cs typeface="Helvetica"/>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Helvetica"/>
          <a:ea typeface="Helvetica"/>
          <a:cs typeface="Helvetica"/>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707" orient="horz"/>
        <p:guide pos="576"/>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HelveticaNeue-italic.fntdata"/><Relationship Id="rId20" Type="http://schemas.openxmlformats.org/officeDocument/2006/relationships/slide" Target="slides/slide14.xml"/><Relationship Id="rId41" Type="http://schemas.openxmlformats.org/officeDocument/2006/relationships/font" Target="fonts/HelveticaNeue-boldItalic.fntdata"/><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slide" Target="slides/slide27.xml"/><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35" Type="http://schemas.openxmlformats.org/officeDocument/2006/relationships/slide" Target="slides/slide29.xml"/><Relationship Id="rId12" Type="http://schemas.openxmlformats.org/officeDocument/2006/relationships/slide" Target="slides/slide6.xml"/><Relationship Id="rId34" Type="http://schemas.openxmlformats.org/officeDocument/2006/relationships/slide" Target="slides/slide28.xml"/><Relationship Id="rId15" Type="http://schemas.openxmlformats.org/officeDocument/2006/relationships/slide" Target="slides/slide9.xml"/><Relationship Id="rId37" Type="http://schemas.openxmlformats.org/officeDocument/2006/relationships/slide" Target="slides/slide31.xml"/><Relationship Id="rId14" Type="http://schemas.openxmlformats.org/officeDocument/2006/relationships/slide" Target="slides/slide8.xml"/><Relationship Id="rId36" Type="http://schemas.openxmlformats.org/officeDocument/2006/relationships/slide" Target="slides/slide30.xml"/><Relationship Id="rId17" Type="http://schemas.openxmlformats.org/officeDocument/2006/relationships/slide" Target="slides/slide11.xml"/><Relationship Id="rId39" Type="http://schemas.openxmlformats.org/officeDocument/2006/relationships/font" Target="fonts/HelveticaNeue-bold.fntdata"/><Relationship Id="rId16" Type="http://schemas.openxmlformats.org/officeDocument/2006/relationships/slide" Target="slides/slide10.xml"/><Relationship Id="rId38" Type="http://schemas.openxmlformats.org/officeDocument/2006/relationships/font" Target="fonts/HelveticaNeue-regular.fntdata"/><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1" y="0"/>
            <a:ext cx="3066518" cy="467513"/>
          </a:xfrm>
          <a:prstGeom prst="rect">
            <a:avLst/>
          </a:prstGeom>
          <a:noFill/>
          <a:ln>
            <a:noFill/>
          </a:ln>
        </p:spPr>
        <p:txBody>
          <a:bodyPr anchorCtr="0" anchor="t" bIns="46950" lIns="93925" spcFirstLastPara="1" rIns="93925" wrap="square" tIns="46950">
            <a:noAutofit/>
          </a:bodyPr>
          <a:lstStyle>
            <a:lvl1pPr lvl="0" marR="0" rtl="0" algn="l">
              <a:spcBef>
                <a:spcPts val="0"/>
              </a:spcBef>
              <a:spcAft>
                <a:spcPts val="0"/>
              </a:spcAft>
              <a:buSzPts val="1400"/>
              <a:buNone/>
              <a:defRPr b="0" i="0" sz="1300" u="none" cap="none" strike="noStrike">
                <a:solidFill>
                  <a:schemeClr val="dk1"/>
                </a:solidFill>
                <a:latin typeface="Helvetica Neue"/>
                <a:ea typeface="Helvetica Neue"/>
                <a:cs typeface="Helvetica Neue"/>
                <a:sym typeface="Helvetica Neue"/>
              </a:defRPr>
            </a:lvl1pPr>
            <a:lvl2pPr lvl="1" marR="0" rtl="0" algn="l">
              <a:spcBef>
                <a:spcPts val="0"/>
              </a:spcBef>
              <a:spcAft>
                <a:spcPts val="0"/>
              </a:spcAft>
              <a:buSzPts val="1400"/>
              <a:buNone/>
              <a:defRPr b="0" i="0" sz="1600" u="none" cap="none" strike="noStrike">
                <a:solidFill>
                  <a:schemeClr val="dk1"/>
                </a:solidFill>
                <a:latin typeface="Helvetica Neue"/>
                <a:ea typeface="Helvetica Neue"/>
                <a:cs typeface="Helvetica Neue"/>
                <a:sym typeface="Helvetica Neue"/>
              </a:defRPr>
            </a:lvl2pPr>
            <a:lvl3pPr lvl="2" marR="0" rtl="0" algn="l">
              <a:spcBef>
                <a:spcPts val="0"/>
              </a:spcBef>
              <a:spcAft>
                <a:spcPts val="0"/>
              </a:spcAft>
              <a:buSzPts val="1400"/>
              <a:buNone/>
              <a:defRPr b="0" i="0" sz="1600" u="none" cap="none" strike="noStrike">
                <a:solidFill>
                  <a:schemeClr val="dk1"/>
                </a:solidFill>
                <a:latin typeface="Helvetica Neue"/>
                <a:ea typeface="Helvetica Neue"/>
                <a:cs typeface="Helvetica Neue"/>
                <a:sym typeface="Helvetica Neue"/>
              </a:defRPr>
            </a:lvl3pPr>
            <a:lvl4pPr lvl="3" marR="0" rtl="0" algn="l">
              <a:spcBef>
                <a:spcPts val="0"/>
              </a:spcBef>
              <a:spcAft>
                <a:spcPts val="0"/>
              </a:spcAft>
              <a:buSzPts val="1400"/>
              <a:buNone/>
              <a:defRPr b="0" i="0" sz="1600" u="none" cap="none" strike="noStrike">
                <a:solidFill>
                  <a:schemeClr val="dk1"/>
                </a:solidFill>
                <a:latin typeface="Helvetica Neue"/>
                <a:ea typeface="Helvetica Neue"/>
                <a:cs typeface="Helvetica Neue"/>
                <a:sym typeface="Helvetica Neue"/>
              </a:defRPr>
            </a:lvl4pPr>
            <a:lvl5pPr lvl="4" marR="0" rtl="0" algn="l">
              <a:spcBef>
                <a:spcPts val="0"/>
              </a:spcBef>
              <a:spcAft>
                <a:spcPts val="0"/>
              </a:spcAft>
              <a:buSzPts val="1400"/>
              <a:buNone/>
              <a:defRPr b="0" i="0" sz="1600" u="none" cap="none" strike="noStrike">
                <a:solidFill>
                  <a:schemeClr val="dk1"/>
                </a:solidFill>
                <a:latin typeface="Helvetica Neue"/>
                <a:ea typeface="Helvetica Neue"/>
                <a:cs typeface="Helvetica Neue"/>
                <a:sym typeface="Helvetica Neue"/>
              </a:defRPr>
            </a:lvl5pPr>
            <a:lvl6pPr lvl="5" marR="0" rtl="0" algn="l">
              <a:spcBef>
                <a:spcPts val="0"/>
              </a:spcBef>
              <a:spcAft>
                <a:spcPts val="0"/>
              </a:spcAft>
              <a:buSzPts val="1400"/>
              <a:buNone/>
              <a:defRPr b="0" i="0" sz="1600" u="none" cap="none" strike="noStrike">
                <a:solidFill>
                  <a:schemeClr val="dk1"/>
                </a:solidFill>
                <a:latin typeface="Helvetica Neue"/>
                <a:ea typeface="Helvetica Neue"/>
                <a:cs typeface="Helvetica Neue"/>
                <a:sym typeface="Helvetica Neue"/>
              </a:defRPr>
            </a:lvl6pPr>
            <a:lvl7pPr lvl="6" marR="0" rtl="0" algn="l">
              <a:spcBef>
                <a:spcPts val="0"/>
              </a:spcBef>
              <a:spcAft>
                <a:spcPts val="0"/>
              </a:spcAft>
              <a:buSzPts val="1400"/>
              <a:buNone/>
              <a:defRPr b="0" i="0" sz="1600" u="none" cap="none" strike="noStrike">
                <a:solidFill>
                  <a:schemeClr val="dk1"/>
                </a:solidFill>
                <a:latin typeface="Helvetica Neue"/>
                <a:ea typeface="Helvetica Neue"/>
                <a:cs typeface="Helvetica Neue"/>
                <a:sym typeface="Helvetica Neue"/>
              </a:defRPr>
            </a:lvl7pPr>
            <a:lvl8pPr lvl="7" marR="0" rtl="0" algn="l">
              <a:spcBef>
                <a:spcPts val="0"/>
              </a:spcBef>
              <a:spcAft>
                <a:spcPts val="0"/>
              </a:spcAft>
              <a:buSzPts val="1400"/>
              <a:buNone/>
              <a:defRPr b="0" i="0" sz="1600" u="none" cap="none" strike="noStrike">
                <a:solidFill>
                  <a:schemeClr val="dk1"/>
                </a:solidFill>
                <a:latin typeface="Helvetica Neue"/>
                <a:ea typeface="Helvetica Neue"/>
                <a:cs typeface="Helvetica Neue"/>
                <a:sym typeface="Helvetica Neue"/>
              </a:defRPr>
            </a:lvl8pPr>
            <a:lvl9pPr lvl="8" marR="0" rtl="0" algn="l">
              <a:spcBef>
                <a:spcPts val="0"/>
              </a:spcBef>
              <a:spcAft>
                <a:spcPts val="0"/>
              </a:spcAft>
              <a:buSzPts val="1400"/>
              <a:buNone/>
              <a:defRPr b="0" i="0" sz="1600" u="none" cap="none" strike="noStrike">
                <a:solidFill>
                  <a:schemeClr val="dk1"/>
                </a:solidFill>
                <a:latin typeface="Helvetica Neue"/>
                <a:ea typeface="Helvetica Neue"/>
                <a:cs typeface="Helvetica Neue"/>
                <a:sym typeface="Helvetica Neue"/>
              </a:defRPr>
            </a:lvl9pPr>
          </a:lstStyle>
          <a:p/>
        </p:txBody>
      </p:sp>
      <p:sp>
        <p:nvSpPr>
          <p:cNvPr id="4" name="Google Shape;4;n"/>
          <p:cNvSpPr txBox="1"/>
          <p:nvPr>
            <p:ph idx="10" type="dt"/>
          </p:nvPr>
        </p:nvSpPr>
        <p:spPr>
          <a:xfrm>
            <a:off x="4010557" y="0"/>
            <a:ext cx="3066518" cy="467513"/>
          </a:xfrm>
          <a:prstGeom prst="rect">
            <a:avLst/>
          </a:prstGeom>
          <a:noFill/>
          <a:ln>
            <a:noFill/>
          </a:ln>
        </p:spPr>
        <p:txBody>
          <a:bodyPr anchorCtr="0" anchor="t" bIns="46950" lIns="93925" spcFirstLastPara="1" rIns="93925" wrap="square" tIns="46950">
            <a:noAutofit/>
          </a:bodyPr>
          <a:lstStyle>
            <a:lvl1pPr lvl="0" marR="0" rtl="0" algn="r">
              <a:spcBef>
                <a:spcPts val="0"/>
              </a:spcBef>
              <a:spcAft>
                <a:spcPts val="0"/>
              </a:spcAft>
              <a:buSzPts val="1400"/>
              <a:buNone/>
              <a:defRPr b="0" i="0" sz="1300" u="none" cap="none" strike="noStrike">
                <a:solidFill>
                  <a:schemeClr val="dk1"/>
                </a:solidFill>
                <a:latin typeface="Helvetica Neue"/>
                <a:ea typeface="Helvetica Neue"/>
                <a:cs typeface="Helvetica Neue"/>
                <a:sym typeface="Helvetica Neue"/>
              </a:defRPr>
            </a:lvl1pPr>
            <a:lvl2pPr lvl="1" marR="0" rtl="0" algn="l">
              <a:spcBef>
                <a:spcPts val="0"/>
              </a:spcBef>
              <a:spcAft>
                <a:spcPts val="0"/>
              </a:spcAft>
              <a:buSzPts val="1400"/>
              <a:buNone/>
              <a:defRPr b="0" i="0" sz="1600" u="none" cap="none" strike="noStrike">
                <a:solidFill>
                  <a:schemeClr val="dk1"/>
                </a:solidFill>
                <a:latin typeface="Helvetica Neue"/>
                <a:ea typeface="Helvetica Neue"/>
                <a:cs typeface="Helvetica Neue"/>
                <a:sym typeface="Helvetica Neue"/>
              </a:defRPr>
            </a:lvl2pPr>
            <a:lvl3pPr lvl="2" marR="0" rtl="0" algn="l">
              <a:spcBef>
                <a:spcPts val="0"/>
              </a:spcBef>
              <a:spcAft>
                <a:spcPts val="0"/>
              </a:spcAft>
              <a:buSzPts val="1400"/>
              <a:buNone/>
              <a:defRPr b="0" i="0" sz="1600" u="none" cap="none" strike="noStrike">
                <a:solidFill>
                  <a:schemeClr val="dk1"/>
                </a:solidFill>
                <a:latin typeface="Helvetica Neue"/>
                <a:ea typeface="Helvetica Neue"/>
                <a:cs typeface="Helvetica Neue"/>
                <a:sym typeface="Helvetica Neue"/>
              </a:defRPr>
            </a:lvl3pPr>
            <a:lvl4pPr lvl="3" marR="0" rtl="0" algn="l">
              <a:spcBef>
                <a:spcPts val="0"/>
              </a:spcBef>
              <a:spcAft>
                <a:spcPts val="0"/>
              </a:spcAft>
              <a:buSzPts val="1400"/>
              <a:buNone/>
              <a:defRPr b="0" i="0" sz="1600" u="none" cap="none" strike="noStrike">
                <a:solidFill>
                  <a:schemeClr val="dk1"/>
                </a:solidFill>
                <a:latin typeface="Helvetica Neue"/>
                <a:ea typeface="Helvetica Neue"/>
                <a:cs typeface="Helvetica Neue"/>
                <a:sym typeface="Helvetica Neue"/>
              </a:defRPr>
            </a:lvl4pPr>
            <a:lvl5pPr lvl="4" marR="0" rtl="0" algn="l">
              <a:spcBef>
                <a:spcPts val="0"/>
              </a:spcBef>
              <a:spcAft>
                <a:spcPts val="0"/>
              </a:spcAft>
              <a:buSzPts val="1400"/>
              <a:buNone/>
              <a:defRPr b="0" i="0" sz="1600" u="none" cap="none" strike="noStrike">
                <a:solidFill>
                  <a:schemeClr val="dk1"/>
                </a:solidFill>
                <a:latin typeface="Helvetica Neue"/>
                <a:ea typeface="Helvetica Neue"/>
                <a:cs typeface="Helvetica Neue"/>
                <a:sym typeface="Helvetica Neue"/>
              </a:defRPr>
            </a:lvl5pPr>
            <a:lvl6pPr lvl="5" marR="0" rtl="0" algn="l">
              <a:spcBef>
                <a:spcPts val="0"/>
              </a:spcBef>
              <a:spcAft>
                <a:spcPts val="0"/>
              </a:spcAft>
              <a:buSzPts val="1400"/>
              <a:buNone/>
              <a:defRPr b="0" i="0" sz="1600" u="none" cap="none" strike="noStrike">
                <a:solidFill>
                  <a:schemeClr val="dk1"/>
                </a:solidFill>
                <a:latin typeface="Helvetica Neue"/>
                <a:ea typeface="Helvetica Neue"/>
                <a:cs typeface="Helvetica Neue"/>
                <a:sym typeface="Helvetica Neue"/>
              </a:defRPr>
            </a:lvl6pPr>
            <a:lvl7pPr lvl="6" marR="0" rtl="0" algn="l">
              <a:spcBef>
                <a:spcPts val="0"/>
              </a:spcBef>
              <a:spcAft>
                <a:spcPts val="0"/>
              </a:spcAft>
              <a:buSzPts val="1400"/>
              <a:buNone/>
              <a:defRPr b="0" i="0" sz="1600" u="none" cap="none" strike="noStrike">
                <a:solidFill>
                  <a:schemeClr val="dk1"/>
                </a:solidFill>
                <a:latin typeface="Helvetica Neue"/>
                <a:ea typeface="Helvetica Neue"/>
                <a:cs typeface="Helvetica Neue"/>
                <a:sym typeface="Helvetica Neue"/>
              </a:defRPr>
            </a:lvl7pPr>
            <a:lvl8pPr lvl="7" marR="0" rtl="0" algn="l">
              <a:spcBef>
                <a:spcPts val="0"/>
              </a:spcBef>
              <a:spcAft>
                <a:spcPts val="0"/>
              </a:spcAft>
              <a:buSzPts val="1400"/>
              <a:buNone/>
              <a:defRPr b="0" i="0" sz="1600" u="none" cap="none" strike="noStrike">
                <a:solidFill>
                  <a:schemeClr val="dk1"/>
                </a:solidFill>
                <a:latin typeface="Helvetica Neue"/>
                <a:ea typeface="Helvetica Neue"/>
                <a:cs typeface="Helvetica Neue"/>
                <a:sym typeface="Helvetica Neue"/>
              </a:defRPr>
            </a:lvl8pPr>
            <a:lvl9pPr lvl="8" marR="0" rtl="0" algn="l">
              <a:spcBef>
                <a:spcPts val="0"/>
              </a:spcBef>
              <a:spcAft>
                <a:spcPts val="0"/>
              </a:spcAft>
              <a:buSzPts val="1400"/>
              <a:buNone/>
              <a:defRPr b="0" i="0" sz="1600" u="none" cap="none" strike="noStrike">
                <a:solidFill>
                  <a:schemeClr val="dk1"/>
                </a:solidFill>
                <a:latin typeface="Helvetica Neue"/>
                <a:ea typeface="Helvetica Neue"/>
                <a:cs typeface="Helvetica Neue"/>
                <a:sym typeface="Helvetica Neue"/>
              </a:defRPr>
            </a:lvl9pPr>
          </a:lstStyle>
          <a:p/>
        </p:txBody>
      </p:sp>
      <p:sp>
        <p:nvSpPr>
          <p:cNvPr id="5" name="Google Shape;5;n"/>
          <p:cNvSpPr/>
          <p:nvPr>
            <p:ph idx="3" type="sldImg"/>
          </p:nvPr>
        </p:nvSpPr>
        <p:spPr>
          <a:xfrm>
            <a:off x="1196975" y="703263"/>
            <a:ext cx="4683125" cy="35115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6" name="Google Shape;6;n"/>
          <p:cNvSpPr txBox="1"/>
          <p:nvPr>
            <p:ph idx="1" type="body"/>
          </p:nvPr>
        </p:nvSpPr>
        <p:spPr>
          <a:xfrm>
            <a:off x="942434" y="4447781"/>
            <a:ext cx="5192210" cy="4212424"/>
          </a:xfrm>
          <a:prstGeom prst="rect">
            <a:avLst/>
          </a:prstGeom>
          <a:noFill/>
          <a:ln>
            <a:noFill/>
          </a:ln>
        </p:spPr>
        <p:txBody>
          <a:bodyPr anchorCtr="0" anchor="t" bIns="46950" lIns="93925" spcFirstLastPara="1" rIns="93925" wrap="square" tIns="46950">
            <a:noAutofit/>
          </a:bodyPr>
          <a:lstStyle>
            <a:lvl1pPr indent="-228600" lvl="0" marL="457200" marR="0" rtl="0" algn="l">
              <a:spcBef>
                <a:spcPts val="360"/>
              </a:spcBef>
              <a:spcAft>
                <a:spcPts val="0"/>
              </a:spcAft>
              <a:buSzPts val="1400"/>
              <a:buNone/>
              <a:defRPr b="0" i="0" sz="1200" u="none" cap="none" strike="noStrike">
                <a:solidFill>
                  <a:schemeClr val="dk1"/>
                </a:solidFill>
                <a:latin typeface="Times New Roman"/>
                <a:ea typeface="Times New Roman"/>
                <a:cs typeface="Times New Roman"/>
                <a:sym typeface="Times New Roman"/>
              </a:defRPr>
            </a:lvl1pPr>
            <a:lvl2pPr indent="-228600" lvl="1" marL="914400" marR="0" rtl="0" algn="l">
              <a:spcBef>
                <a:spcPts val="360"/>
              </a:spcBef>
              <a:spcAft>
                <a:spcPts val="0"/>
              </a:spcAft>
              <a:buSzPts val="1400"/>
              <a:buNone/>
              <a:defRPr b="0" i="0" sz="1200" u="none" cap="none" strike="noStrike">
                <a:solidFill>
                  <a:schemeClr val="dk1"/>
                </a:solidFill>
                <a:latin typeface="Times New Roman"/>
                <a:ea typeface="Times New Roman"/>
                <a:cs typeface="Times New Roman"/>
                <a:sym typeface="Times New Roman"/>
              </a:defRPr>
            </a:lvl2pPr>
            <a:lvl3pPr indent="-228600" lvl="2" marL="1371600" marR="0" rtl="0" algn="l">
              <a:spcBef>
                <a:spcPts val="360"/>
              </a:spcBef>
              <a:spcAft>
                <a:spcPts val="0"/>
              </a:spcAft>
              <a:buSzPts val="1400"/>
              <a:buNone/>
              <a:defRPr b="0" i="0" sz="1200" u="none" cap="none" strike="noStrike">
                <a:solidFill>
                  <a:schemeClr val="dk1"/>
                </a:solidFill>
                <a:latin typeface="Times New Roman"/>
                <a:ea typeface="Times New Roman"/>
                <a:cs typeface="Times New Roman"/>
                <a:sym typeface="Times New Roman"/>
              </a:defRPr>
            </a:lvl3pPr>
            <a:lvl4pPr indent="-228600" lvl="3" marL="1828800" marR="0" rtl="0" algn="l">
              <a:spcBef>
                <a:spcPts val="360"/>
              </a:spcBef>
              <a:spcAft>
                <a:spcPts val="0"/>
              </a:spcAft>
              <a:buSzPts val="1400"/>
              <a:buNone/>
              <a:defRPr b="0" i="0" sz="1200" u="none" cap="none" strike="noStrike">
                <a:solidFill>
                  <a:schemeClr val="dk1"/>
                </a:solidFill>
                <a:latin typeface="Times New Roman"/>
                <a:ea typeface="Times New Roman"/>
                <a:cs typeface="Times New Roman"/>
                <a:sym typeface="Times New Roman"/>
              </a:defRPr>
            </a:lvl4pPr>
            <a:lvl5pPr indent="-228600" lvl="4" marL="2286000" marR="0" rtl="0" algn="l">
              <a:spcBef>
                <a:spcPts val="360"/>
              </a:spcBef>
              <a:spcAft>
                <a:spcPts val="0"/>
              </a:spcAft>
              <a:buSzPts val="1400"/>
              <a:buNone/>
              <a:defRPr b="0" i="0" sz="1200" u="none" cap="none" strike="noStrike">
                <a:solidFill>
                  <a:schemeClr val="dk1"/>
                </a:solidFill>
                <a:latin typeface="Times New Roman"/>
                <a:ea typeface="Times New Roman"/>
                <a:cs typeface="Times New Roman"/>
                <a:sym typeface="Times New Roman"/>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1" y="8895562"/>
            <a:ext cx="3066518" cy="467513"/>
          </a:xfrm>
          <a:prstGeom prst="rect">
            <a:avLst/>
          </a:prstGeom>
          <a:noFill/>
          <a:ln>
            <a:noFill/>
          </a:ln>
        </p:spPr>
        <p:txBody>
          <a:bodyPr anchorCtr="0" anchor="b" bIns="46950" lIns="93925" spcFirstLastPara="1" rIns="93925" wrap="square" tIns="46950">
            <a:noAutofit/>
          </a:bodyPr>
          <a:lstStyle>
            <a:lvl1pPr lvl="0" marR="0" rtl="0" algn="l">
              <a:spcBef>
                <a:spcPts val="0"/>
              </a:spcBef>
              <a:spcAft>
                <a:spcPts val="0"/>
              </a:spcAft>
              <a:buSzPts val="1400"/>
              <a:buNone/>
              <a:defRPr b="0" i="0" sz="1300" u="none" cap="none" strike="noStrike">
                <a:solidFill>
                  <a:schemeClr val="dk1"/>
                </a:solidFill>
                <a:latin typeface="Helvetica Neue"/>
                <a:ea typeface="Helvetica Neue"/>
                <a:cs typeface="Helvetica Neue"/>
                <a:sym typeface="Helvetica Neue"/>
              </a:defRPr>
            </a:lvl1pPr>
            <a:lvl2pPr lvl="1" marR="0" rtl="0" algn="l">
              <a:spcBef>
                <a:spcPts val="0"/>
              </a:spcBef>
              <a:spcAft>
                <a:spcPts val="0"/>
              </a:spcAft>
              <a:buSzPts val="1400"/>
              <a:buNone/>
              <a:defRPr b="0" i="0" sz="1600" u="none" cap="none" strike="noStrike">
                <a:solidFill>
                  <a:schemeClr val="dk1"/>
                </a:solidFill>
                <a:latin typeface="Helvetica Neue"/>
                <a:ea typeface="Helvetica Neue"/>
                <a:cs typeface="Helvetica Neue"/>
                <a:sym typeface="Helvetica Neue"/>
              </a:defRPr>
            </a:lvl2pPr>
            <a:lvl3pPr lvl="2" marR="0" rtl="0" algn="l">
              <a:spcBef>
                <a:spcPts val="0"/>
              </a:spcBef>
              <a:spcAft>
                <a:spcPts val="0"/>
              </a:spcAft>
              <a:buSzPts val="1400"/>
              <a:buNone/>
              <a:defRPr b="0" i="0" sz="1600" u="none" cap="none" strike="noStrike">
                <a:solidFill>
                  <a:schemeClr val="dk1"/>
                </a:solidFill>
                <a:latin typeface="Helvetica Neue"/>
                <a:ea typeface="Helvetica Neue"/>
                <a:cs typeface="Helvetica Neue"/>
                <a:sym typeface="Helvetica Neue"/>
              </a:defRPr>
            </a:lvl3pPr>
            <a:lvl4pPr lvl="3" marR="0" rtl="0" algn="l">
              <a:spcBef>
                <a:spcPts val="0"/>
              </a:spcBef>
              <a:spcAft>
                <a:spcPts val="0"/>
              </a:spcAft>
              <a:buSzPts val="1400"/>
              <a:buNone/>
              <a:defRPr b="0" i="0" sz="1600" u="none" cap="none" strike="noStrike">
                <a:solidFill>
                  <a:schemeClr val="dk1"/>
                </a:solidFill>
                <a:latin typeface="Helvetica Neue"/>
                <a:ea typeface="Helvetica Neue"/>
                <a:cs typeface="Helvetica Neue"/>
                <a:sym typeface="Helvetica Neue"/>
              </a:defRPr>
            </a:lvl4pPr>
            <a:lvl5pPr lvl="4" marR="0" rtl="0" algn="l">
              <a:spcBef>
                <a:spcPts val="0"/>
              </a:spcBef>
              <a:spcAft>
                <a:spcPts val="0"/>
              </a:spcAft>
              <a:buSzPts val="1400"/>
              <a:buNone/>
              <a:defRPr b="0" i="0" sz="1600" u="none" cap="none" strike="noStrike">
                <a:solidFill>
                  <a:schemeClr val="dk1"/>
                </a:solidFill>
                <a:latin typeface="Helvetica Neue"/>
                <a:ea typeface="Helvetica Neue"/>
                <a:cs typeface="Helvetica Neue"/>
                <a:sym typeface="Helvetica Neue"/>
              </a:defRPr>
            </a:lvl5pPr>
            <a:lvl6pPr lvl="5" marR="0" rtl="0" algn="l">
              <a:spcBef>
                <a:spcPts val="0"/>
              </a:spcBef>
              <a:spcAft>
                <a:spcPts val="0"/>
              </a:spcAft>
              <a:buSzPts val="1400"/>
              <a:buNone/>
              <a:defRPr b="0" i="0" sz="1600" u="none" cap="none" strike="noStrike">
                <a:solidFill>
                  <a:schemeClr val="dk1"/>
                </a:solidFill>
                <a:latin typeface="Helvetica Neue"/>
                <a:ea typeface="Helvetica Neue"/>
                <a:cs typeface="Helvetica Neue"/>
                <a:sym typeface="Helvetica Neue"/>
              </a:defRPr>
            </a:lvl6pPr>
            <a:lvl7pPr lvl="6" marR="0" rtl="0" algn="l">
              <a:spcBef>
                <a:spcPts val="0"/>
              </a:spcBef>
              <a:spcAft>
                <a:spcPts val="0"/>
              </a:spcAft>
              <a:buSzPts val="1400"/>
              <a:buNone/>
              <a:defRPr b="0" i="0" sz="1600" u="none" cap="none" strike="noStrike">
                <a:solidFill>
                  <a:schemeClr val="dk1"/>
                </a:solidFill>
                <a:latin typeface="Helvetica Neue"/>
                <a:ea typeface="Helvetica Neue"/>
                <a:cs typeface="Helvetica Neue"/>
                <a:sym typeface="Helvetica Neue"/>
              </a:defRPr>
            </a:lvl7pPr>
            <a:lvl8pPr lvl="7" marR="0" rtl="0" algn="l">
              <a:spcBef>
                <a:spcPts val="0"/>
              </a:spcBef>
              <a:spcAft>
                <a:spcPts val="0"/>
              </a:spcAft>
              <a:buSzPts val="1400"/>
              <a:buNone/>
              <a:defRPr b="0" i="0" sz="1600" u="none" cap="none" strike="noStrike">
                <a:solidFill>
                  <a:schemeClr val="dk1"/>
                </a:solidFill>
                <a:latin typeface="Helvetica Neue"/>
                <a:ea typeface="Helvetica Neue"/>
                <a:cs typeface="Helvetica Neue"/>
                <a:sym typeface="Helvetica Neue"/>
              </a:defRPr>
            </a:lvl8pPr>
            <a:lvl9pPr lvl="8" marR="0" rtl="0" algn="l">
              <a:spcBef>
                <a:spcPts val="0"/>
              </a:spcBef>
              <a:spcAft>
                <a:spcPts val="0"/>
              </a:spcAft>
              <a:buSzPts val="1400"/>
              <a:buNone/>
              <a:defRPr b="0" i="0" sz="1600" u="none" cap="none" strike="noStrike">
                <a:solidFill>
                  <a:schemeClr val="dk1"/>
                </a:solidFill>
                <a:latin typeface="Helvetica Neue"/>
                <a:ea typeface="Helvetica Neue"/>
                <a:cs typeface="Helvetica Neue"/>
                <a:sym typeface="Helvetica Neue"/>
              </a:defRPr>
            </a:lvl9pPr>
          </a:lstStyle>
          <a:p/>
        </p:txBody>
      </p:sp>
      <p:sp>
        <p:nvSpPr>
          <p:cNvPr id="8" name="Google Shape;8;n"/>
          <p:cNvSpPr txBox="1"/>
          <p:nvPr>
            <p:ph idx="12" type="sldNum"/>
          </p:nvPr>
        </p:nvSpPr>
        <p:spPr>
          <a:xfrm>
            <a:off x="4010557" y="8895562"/>
            <a:ext cx="3066518" cy="467513"/>
          </a:xfrm>
          <a:prstGeom prst="rect">
            <a:avLst/>
          </a:prstGeom>
          <a:noFill/>
          <a:ln>
            <a:noFill/>
          </a:ln>
        </p:spPr>
        <p:txBody>
          <a:bodyPr anchorCtr="0" anchor="b" bIns="46950" lIns="93925" spcFirstLastPara="1" rIns="93925" wrap="square" tIns="46950">
            <a:noAutofit/>
          </a:bodyPr>
          <a:lstStyle/>
          <a:p>
            <a:pPr indent="0" lvl="0" marL="0" marR="0" rtl="0" algn="r">
              <a:spcBef>
                <a:spcPts val="0"/>
              </a:spcBef>
              <a:spcAft>
                <a:spcPts val="0"/>
              </a:spcAft>
              <a:buNone/>
            </a:pPr>
            <a:fld id="{00000000-1234-1234-1234-123412341234}" type="slidenum">
              <a:rPr b="0" i="0" lang="en-US" sz="1300" u="none" cap="none" strike="noStrike">
                <a:solidFill>
                  <a:schemeClr val="dk1"/>
                </a:solidFill>
                <a:latin typeface="Helvetica Neue"/>
                <a:ea typeface="Helvetica Neue"/>
                <a:cs typeface="Helvetica Neue"/>
                <a:sym typeface="Helvetica Neue"/>
              </a:rPr>
              <a:t>‹#›</a:t>
            </a:fld>
            <a:endParaRPr b="0" i="0" sz="1300" u="none" cap="none" strike="noStrike">
              <a:solidFill>
                <a:schemeClr val="dk1"/>
              </a:solidFill>
              <a:latin typeface="Helvetica Neue"/>
              <a:ea typeface="Helvetica Neue"/>
              <a:cs typeface="Helvetica Neue"/>
              <a:sym typeface="Helvetica Neue"/>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p1:notes"/>
          <p:cNvSpPr txBox="1"/>
          <p:nvPr>
            <p:ph idx="12" type="sldNum"/>
          </p:nvPr>
        </p:nvSpPr>
        <p:spPr>
          <a:xfrm>
            <a:off x="4010557" y="8895562"/>
            <a:ext cx="3066518" cy="467513"/>
          </a:xfrm>
          <a:prstGeom prst="rect">
            <a:avLst/>
          </a:prstGeom>
          <a:noFill/>
          <a:ln>
            <a:noFill/>
          </a:ln>
        </p:spPr>
        <p:txBody>
          <a:bodyPr anchorCtr="0" anchor="b" bIns="46950" lIns="93925" spcFirstLastPara="1" rIns="93925" wrap="square" tIns="46950">
            <a:noAutofit/>
          </a:bodyPr>
          <a:lstStyle/>
          <a:p>
            <a:pPr indent="0" lvl="0" marL="0" rtl="0" algn="r">
              <a:spcBef>
                <a:spcPts val="0"/>
              </a:spcBef>
              <a:spcAft>
                <a:spcPts val="0"/>
              </a:spcAft>
              <a:buNone/>
            </a:pPr>
            <a:fld id="{00000000-1234-1234-1234-123412341234}" type="slidenum">
              <a:rPr lang="en-US" sz="1300">
                <a:solidFill>
                  <a:schemeClr val="dk1"/>
                </a:solidFill>
                <a:latin typeface="Helvetica Neue"/>
                <a:ea typeface="Helvetica Neue"/>
                <a:cs typeface="Helvetica Neue"/>
                <a:sym typeface="Helvetica Neue"/>
              </a:rPr>
              <a:t>‹#›</a:t>
            </a:fld>
            <a:endParaRPr sz="1300">
              <a:solidFill>
                <a:schemeClr val="dk1"/>
              </a:solidFill>
              <a:latin typeface="Helvetica Neue"/>
              <a:ea typeface="Helvetica Neue"/>
              <a:cs typeface="Helvetica Neue"/>
              <a:sym typeface="Helvetica Neue"/>
            </a:endParaRPr>
          </a:p>
        </p:txBody>
      </p:sp>
      <p:sp>
        <p:nvSpPr>
          <p:cNvPr id="72" name="Google Shape;72;p1:notes"/>
          <p:cNvSpPr/>
          <p:nvPr>
            <p:ph idx="2" type="sldImg"/>
          </p:nvPr>
        </p:nvSpPr>
        <p:spPr>
          <a:xfrm>
            <a:off x="1196975" y="703263"/>
            <a:ext cx="4683125" cy="35115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3" name="Google Shape;73;p1:notes"/>
          <p:cNvSpPr txBox="1"/>
          <p:nvPr>
            <p:ph idx="1" type="body"/>
          </p:nvPr>
        </p:nvSpPr>
        <p:spPr>
          <a:xfrm>
            <a:off x="942434" y="4447781"/>
            <a:ext cx="5192210" cy="4212424"/>
          </a:xfrm>
          <a:prstGeom prst="rect">
            <a:avLst/>
          </a:prstGeom>
          <a:noFill/>
          <a:ln>
            <a:noFill/>
          </a:ln>
        </p:spPr>
        <p:txBody>
          <a:bodyPr anchorCtr="0" anchor="t" bIns="46950" lIns="93925" spcFirstLastPara="1" rIns="93925" wrap="square" tIns="4695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p2:notes"/>
          <p:cNvSpPr txBox="1"/>
          <p:nvPr>
            <p:ph idx="12" type="sldNum"/>
          </p:nvPr>
        </p:nvSpPr>
        <p:spPr>
          <a:xfrm>
            <a:off x="4010557" y="8895562"/>
            <a:ext cx="3066518" cy="467513"/>
          </a:xfrm>
          <a:prstGeom prst="rect">
            <a:avLst/>
          </a:prstGeom>
          <a:noFill/>
          <a:ln>
            <a:noFill/>
          </a:ln>
        </p:spPr>
        <p:txBody>
          <a:bodyPr anchorCtr="0" anchor="b" bIns="46950" lIns="93925" spcFirstLastPara="1" rIns="93925" wrap="square" tIns="46950">
            <a:noAutofit/>
          </a:bodyPr>
          <a:lstStyle/>
          <a:p>
            <a:pPr indent="0" lvl="0" marL="0" rtl="0" algn="r">
              <a:spcBef>
                <a:spcPts val="0"/>
              </a:spcBef>
              <a:spcAft>
                <a:spcPts val="0"/>
              </a:spcAft>
              <a:buNone/>
            </a:pPr>
            <a:fld id="{00000000-1234-1234-1234-123412341234}" type="slidenum">
              <a:rPr lang="en-US" sz="1300">
                <a:solidFill>
                  <a:schemeClr val="dk1"/>
                </a:solidFill>
                <a:latin typeface="Helvetica Neue"/>
                <a:ea typeface="Helvetica Neue"/>
                <a:cs typeface="Helvetica Neue"/>
                <a:sym typeface="Helvetica Neue"/>
              </a:rPr>
              <a:t>‹#›</a:t>
            </a:fld>
            <a:endParaRPr sz="1300">
              <a:solidFill>
                <a:schemeClr val="dk1"/>
              </a:solidFill>
              <a:latin typeface="Helvetica Neue"/>
              <a:ea typeface="Helvetica Neue"/>
              <a:cs typeface="Helvetica Neue"/>
              <a:sym typeface="Helvetica Neue"/>
            </a:endParaRPr>
          </a:p>
        </p:txBody>
      </p:sp>
      <p:sp>
        <p:nvSpPr>
          <p:cNvPr id="78" name="Google Shape;78;p2:notes"/>
          <p:cNvSpPr/>
          <p:nvPr>
            <p:ph idx="2" type="sldImg"/>
          </p:nvPr>
        </p:nvSpPr>
        <p:spPr>
          <a:xfrm>
            <a:off x="1196975" y="703263"/>
            <a:ext cx="4683125" cy="35115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9" name="Google Shape;79;p2:notes"/>
          <p:cNvSpPr txBox="1"/>
          <p:nvPr>
            <p:ph idx="1" type="body"/>
          </p:nvPr>
        </p:nvSpPr>
        <p:spPr>
          <a:xfrm>
            <a:off x="942434" y="4447781"/>
            <a:ext cx="5192210" cy="4212424"/>
          </a:xfrm>
          <a:prstGeom prst="rect">
            <a:avLst/>
          </a:prstGeom>
          <a:noFill/>
          <a:ln>
            <a:noFill/>
          </a:ln>
        </p:spPr>
        <p:txBody>
          <a:bodyPr anchorCtr="0" anchor="t" bIns="46950" lIns="93925" spcFirstLastPara="1" rIns="93925" wrap="square" tIns="4695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3:notes"/>
          <p:cNvSpPr txBox="1"/>
          <p:nvPr>
            <p:ph idx="12" type="sldNum"/>
          </p:nvPr>
        </p:nvSpPr>
        <p:spPr>
          <a:xfrm>
            <a:off x="4010557" y="8895562"/>
            <a:ext cx="3066518" cy="467513"/>
          </a:xfrm>
          <a:prstGeom prst="rect">
            <a:avLst/>
          </a:prstGeom>
          <a:noFill/>
          <a:ln>
            <a:noFill/>
          </a:ln>
        </p:spPr>
        <p:txBody>
          <a:bodyPr anchorCtr="0" anchor="b" bIns="46950" lIns="93925" spcFirstLastPara="1" rIns="93925" wrap="square" tIns="46950">
            <a:noAutofit/>
          </a:bodyPr>
          <a:lstStyle/>
          <a:p>
            <a:pPr indent="0" lvl="0" marL="0" rtl="0" algn="r">
              <a:spcBef>
                <a:spcPts val="0"/>
              </a:spcBef>
              <a:spcAft>
                <a:spcPts val="0"/>
              </a:spcAft>
              <a:buNone/>
            </a:pPr>
            <a:fld id="{00000000-1234-1234-1234-123412341234}" type="slidenum">
              <a:rPr lang="en-US" sz="1300">
                <a:solidFill>
                  <a:schemeClr val="dk1"/>
                </a:solidFill>
                <a:latin typeface="Helvetica Neue"/>
                <a:ea typeface="Helvetica Neue"/>
                <a:cs typeface="Helvetica Neue"/>
                <a:sym typeface="Helvetica Neue"/>
              </a:rPr>
              <a:t>‹#›</a:t>
            </a:fld>
            <a:endParaRPr sz="1300">
              <a:solidFill>
                <a:schemeClr val="dk1"/>
              </a:solidFill>
              <a:latin typeface="Helvetica Neue"/>
              <a:ea typeface="Helvetica Neue"/>
              <a:cs typeface="Helvetica Neue"/>
              <a:sym typeface="Helvetica Neue"/>
            </a:endParaRPr>
          </a:p>
        </p:txBody>
      </p:sp>
      <p:sp>
        <p:nvSpPr>
          <p:cNvPr id="86" name="Google Shape;86;p3:notes"/>
          <p:cNvSpPr/>
          <p:nvPr>
            <p:ph idx="2" type="sldImg"/>
          </p:nvPr>
        </p:nvSpPr>
        <p:spPr>
          <a:xfrm>
            <a:off x="1196975" y="703263"/>
            <a:ext cx="4683125" cy="35115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7" name="Google Shape;87;p3:notes"/>
          <p:cNvSpPr txBox="1"/>
          <p:nvPr>
            <p:ph idx="1" type="body"/>
          </p:nvPr>
        </p:nvSpPr>
        <p:spPr>
          <a:xfrm>
            <a:off x="942434" y="4447781"/>
            <a:ext cx="5192210" cy="4212424"/>
          </a:xfrm>
          <a:prstGeom prst="rect">
            <a:avLst/>
          </a:prstGeom>
          <a:noFill/>
          <a:ln>
            <a:noFill/>
          </a:ln>
        </p:spPr>
        <p:txBody>
          <a:bodyPr anchorCtr="0" anchor="t" bIns="46950" lIns="93925" spcFirstLastPara="1" rIns="93925" wrap="square" tIns="4695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p4:notes"/>
          <p:cNvSpPr txBox="1"/>
          <p:nvPr>
            <p:ph idx="12" type="sldNum"/>
          </p:nvPr>
        </p:nvSpPr>
        <p:spPr>
          <a:xfrm>
            <a:off x="4010557" y="8895562"/>
            <a:ext cx="3066518" cy="467513"/>
          </a:xfrm>
          <a:prstGeom prst="rect">
            <a:avLst/>
          </a:prstGeom>
          <a:noFill/>
          <a:ln>
            <a:noFill/>
          </a:ln>
        </p:spPr>
        <p:txBody>
          <a:bodyPr anchorCtr="0" anchor="b" bIns="46950" lIns="93925" spcFirstLastPara="1" rIns="93925" wrap="square" tIns="46950">
            <a:noAutofit/>
          </a:bodyPr>
          <a:lstStyle/>
          <a:p>
            <a:pPr indent="0" lvl="0" marL="0" rtl="0" algn="r">
              <a:spcBef>
                <a:spcPts val="0"/>
              </a:spcBef>
              <a:spcAft>
                <a:spcPts val="0"/>
              </a:spcAft>
              <a:buNone/>
            </a:pPr>
            <a:fld id="{00000000-1234-1234-1234-123412341234}" type="slidenum">
              <a:rPr lang="en-US" sz="1300">
                <a:solidFill>
                  <a:schemeClr val="dk1"/>
                </a:solidFill>
                <a:latin typeface="Helvetica Neue"/>
                <a:ea typeface="Helvetica Neue"/>
                <a:cs typeface="Helvetica Neue"/>
                <a:sym typeface="Helvetica Neue"/>
              </a:rPr>
              <a:t>‹#›</a:t>
            </a:fld>
            <a:endParaRPr sz="1300">
              <a:solidFill>
                <a:schemeClr val="dk1"/>
              </a:solidFill>
              <a:latin typeface="Helvetica Neue"/>
              <a:ea typeface="Helvetica Neue"/>
              <a:cs typeface="Helvetica Neue"/>
              <a:sym typeface="Helvetica Neue"/>
            </a:endParaRPr>
          </a:p>
        </p:txBody>
      </p:sp>
      <p:sp>
        <p:nvSpPr>
          <p:cNvPr id="93" name="Google Shape;93;p4:notes"/>
          <p:cNvSpPr/>
          <p:nvPr>
            <p:ph idx="2" type="sldImg"/>
          </p:nvPr>
        </p:nvSpPr>
        <p:spPr>
          <a:xfrm>
            <a:off x="1196975" y="703263"/>
            <a:ext cx="4683125" cy="35115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4" name="Google Shape;94;p4:notes"/>
          <p:cNvSpPr txBox="1"/>
          <p:nvPr>
            <p:ph idx="1" type="body"/>
          </p:nvPr>
        </p:nvSpPr>
        <p:spPr>
          <a:xfrm>
            <a:off x="942434" y="4447781"/>
            <a:ext cx="5192210" cy="4212424"/>
          </a:xfrm>
          <a:prstGeom prst="rect">
            <a:avLst/>
          </a:prstGeom>
          <a:noFill/>
          <a:ln>
            <a:noFill/>
          </a:ln>
        </p:spPr>
        <p:txBody>
          <a:bodyPr anchorCtr="0" anchor="t" bIns="46950" lIns="93925" spcFirstLastPara="1" rIns="93925" wrap="square" tIns="4695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p5:notes"/>
          <p:cNvSpPr txBox="1"/>
          <p:nvPr>
            <p:ph idx="12" type="sldNum"/>
          </p:nvPr>
        </p:nvSpPr>
        <p:spPr>
          <a:xfrm>
            <a:off x="4010557" y="8895562"/>
            <a:ext cx="3066518" cy="467513"/>
          </a:xfrm>
          <a:prstGeom prst="rect">
            <a:avLst/>
          </a:prstGeom>
          <a:noFill/>
          <a:ln>
            <a:noFill/>
          </a:ln>
        </p:spPr>
        <p:txBody>
          <a:bodyPr anchorCtr="0" anchor="b" bIns="46950" lIns="93925" spcFirstLastPara="1" rIns="93925" wrap="square" tIns="46950">
            <a:noAutofit/>
          </a:bodyPr>
          <a:lstStyle/>
          <a:p>
            <a:pPr indent="0" lvl="0" marL="0" rtl="0" algn="r">
              <a:spcBef>
                <a:spcPts val="0"/>
              </a:spcBef>
              <a:spcAft>
                <a:spcPts val="0"/>
              </a:spcAft>
              <a:buNone/>
            </a:pPr>
            <a:fld id="{00000000-1234-1234-1234-123412341234}" type="slidenum">
              <a:rPr lang="en-US" sz="1300">
                <a:solidFill>
                  <a:schemeClr val="dk1"/>
                </a:solidFill>
                <a:latin typeface="Helvetica Neue"/>
                <a:ea typeface="Helvetica Neue"/>
                <a:cs typeface="Helvetica Neue"/>
                <a:sym typeface="Helvetica Neue"/>
              </a:rPr>
              <a:t>‹#›</a:t>
            </a:fld>
            <a:endParaRPr sz="1300">
              <a:solidFill>
                <a:schemeClr val="dk1"/>
              </a:solidFill>
              <a:latin typeface="Helvetica Neue"/>
              <a:ea typeface="Helvetica Neue"/>
              <a:cs typeface="Helvetica Neue"/>
              <a:sym typeface="Helvetica Neue"/>
            </a:endParaRPr>
          </a:p>
        </p:txBody>
      </p:sp>
      <p:sp>
        <p:nvSpPr>
          <p:cNvPr id="101" name="Google Shape;101;p5:notes"/>
          <p:cNvSpPr/>
          <p:nvPr>
            <p:ph idx="2" type="sldImg"/>
          </p:nvPr>
        </p:nvSpPr>
        <p:spPr>
          <a:xfrm>
            <a:off x="1196975" y="703263"/>
            <a:ext cx="4683125" cy="35115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2" name="Google Shape;102;p5:notes"/>
          <p:cNvSpPr txBox="1"/>
          <p:nvPr>
            <p:ph idx="1" type="body"/>
          </p:nvPr>
        </p:nvSpPr>
        <p:spPr>
          <a:xfrm>
            <a:off x="942434" y="4447781"/>
            <a:ext cx="5192210" cy="4212424"/>
          </a:xfrm>
          <a:prstGeom prst="rect">
            <a:avLst/>
          </a:prstGeom>
          <a:noFill/>
          <a:ln>
            <a:noFill/>
          </a:ln>
        </p:spPr>
        <p:txBody>
          <a:bodyPr anchorCtr="0" anchor="t" bIns="46950" lIns="93925" spcFirstLastPara="1" rIns="93925" wrap="square" tIns="4695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p6:notes"/>
          <p:cNvSpPr txBox="1"/>
          <p:nvPr>
            <p:ph idx="12" type="sldNum"/>
          </p:nvPr>
        </p:nvSpPr>
        <p:spPr>
          <a:xfrm>
            <a:off x="4010557" y="8895562"/>
            <a:ext cx="3066518" cy="467513"/>
          </a:xfrm>
          <a:prstGeom prst="rect">
            <a:avLst/>
          </a:prstGeom>
          <a:noFill/>
          <a:ln>
            <a:noFill/>
          </a:ln>
        </p:spPr>
        <p:txBody>
          <a:bodyPr anchorCtr="0" anchor="b" bIns="46950" lIns="93925" spcFirstLastPara="1" rIns="93925" wrap="square" tIns="46950">
            <a:noAutofit/>
          </a:bodyPr>
          <a:lstStyle/>
          <a:p>
            <a:pPr indent="0" lvl="0" marL="0" rtl="0" algn="r">
              <a:spcBef>
                <a:spcPts val="0"/>
              </a:spcBef>
              <a:spcAft>
                <a:spcPts val="0"/>
              </a:spcAft>
              <a:buNone/>
            </a:pPr>
            <a:fld id="{00000000-1234-1234-1234-123412341234}" type="slidenum">
              <a:rPr lang="en-US" sz="1300">
                <a:solidFill>
                  <a:schemeClr val="dk1"/>
                </a:solidFill>
                <a:latin typeface="Helvetica Neue"/>
                <a:ea typeface="Helvetica Neue"/>
                <a:cs typeface="Helvetica Neue"/>
                <a:sym typeface="Helvetica Neue"/>
              </a:rPr>
              <a:t>‹#›</a:t>
            </a:fld>
            <a:endParaRPr sz="1300">
              <a:solidFill>
                <a:schemeClr val="dk1"/>
              </a:solidFill>
              <a:latin typeface="Helvetica Neue"/>
              <a:ea typeface="Helvetica Neue"/>
              <a:cs typeface="Helvetica Neue"/>
              <a:sym typeface="Helvetica Neue"/>
            </a:endParaRPr>
          </a:p>
        </p:txBody>
      </p:sp>
      <p:sp>
        <p:nvSpPr>
          <p:cNvPr id="109" name="Google Shape;109;p6:notes"/>
          <p:cNvSpPr/>
          <p:nvPr>
            <p:ph idx="2" type="sldImg"/>
          </p:nvPr>
        </p:nvSpPr>
        <p:spPr>
          <a:xfrm>
            <a:off x="1196975" y="703263"/>
            <a:ext cx="4683125" cy="35115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0" name="Google Shape;110;p6:notes"/>
          <p:cNvSpPr txBox="1"/>
          <p:nvPr>
            <p:ph idx="1" type="body"/>
          </p:nvPr>
        </p:nvSpPr>
        <p:spPr>
          <a:xfrm>
            <a:off x="942434" y="4447781"/>
            <a:ext cx="5192210" cy="4212424"/>
          </a:xfrm>
          <a:prstGeom prst="rect">
            <a:avLst/>
          </a:prstGeom>
          <a:noFill/>
          <a:ln>
            <a:noFill/>
          </a:ln>
        </p:spPr>
        <p:txBody>
          <a:bodyPr anchorCtr="0" anchor="t" bIns="46950" lIns="93925" spcFirstLastPara="1" rIns="93925" wrap="square" tIns="4695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p7:notes"/>
          <p:cNvSpPr txBox="1"/>
          <p:nvPr>
            <p:ph idx="12" type="sldNum"/>
          </p:nvPr>
        </p:nvSpPr>
        <p:spPr>
          <a:xfrm>
            <a:off x="4010557" y="8895562"/>
            <a:ext cx="3066518" cy="467513"/>
          </a:xfrm>
          <a:prstGeom prst="rect">
            <a:avLst/>
          </a:prstGeom>
          <a:noFill/>
          <a:ln>
            <a:noFill/>
          </a:ln>
        </p:spPr>
        <p:txBody>
          <a:bodyPr anchorCtr="0" anchor="b" bIns="46950" lIns="93925" spcFirstLastPara="1" rIns="93925" wrap="square" tIns="46950">
            <a:noAutofit/>
          </a:bodyPr>
          <a:lstStyle/>
          <a:p>
            <a:pPr indent="0" lvl="0" marL="0" rtl="0" algn="r">
              <a:spcBef>
                <a:spcPts val="0"/>
              </a:spcBef>
              <a:spcAft>
                <a:spcPts val="0"/>
              </a:spcAft>
              <a:buNone/>
            </a:pPr>
            <a:fld id="{00000000-1234-1234-1234-123412341234}" type="slidenum">
              <a:rPr lang="en-US" sz="1300">
                <a:solidFill>
                  <a:schemeClr val="dk1"/>
                </a:solidFill>
                <a:latin typeface="Helvetica Neue"/>
                <a:ea typeface="Helvetica Neue"/>
                <a:cs typeface="Helvetica Neue"/>
                <a:sym typeface="Helvetica Neue"/>
              </a:rPr>
              <a:t>‹#›</a:t>
            </a:fld>
            <a:endParaRPr sz="1300">
              <a:solidFill>
                <a:schemeClr val="dk1"/>
              </a:solidFill>
              <a:latin typeface="Helvetica Neue"/>
              <a:ea typeface="Helvetica Neue"/>
              <a:cs typeface="Helvetica Neue"/>
              <a:sym typeface="Helvetica Neue"/>
            </a:endParaRPr>
          </a:p>
        </p:txBody>
      </p:sp>
      <p:sp>
        <p:nvSpPr>
          <p:cNvPr id="117" name="Google Shape;117;p7:notes"/>
          <p:cNvSpPr/>
          <p:nvPr>
            <p:ph idx="2" type="sldImg"/>
          </p:nvPr>
        </p:nvSpPr>
        <p:spPr>
          <a:xfrm>
            <a:off x="1196975" y="703263"/>
            <a:ext cx="4683125" cy="35115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8" name="Google Shape;118;p7:notes"/>
          <p:cNvSpPr txBox="1"/>
          <p:nvPr>
            <p:ph idx="1" type="body"/>
          </p:nvPr>
        </p:nvSpPr>
        <p:spPr>
          <a:xfrm>
            <a:off x="942434" y="4447781"/>
            <a:ext cx="5192210" cy="4212424"/>
          </a:xfrm>
          <a:prstGeom prst="rect">
            <a:avLst/>
          </a:prstGeom>
          <a:noFill/>
          <a:ln>
            <a:noFill/>
          </a:ln>
        </p:spPr>
        <p:txBody>
          <a:bodyPr anchorCtr="0" anchor="t" bIns="46950" lIns="93925" spcFirstLastPara="1" rIns="93925" wrap="square" tIns="4695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p8:notes"/>
          <p:cNvSpPr txBox="1"/>
          <p:nvPr>
            <p:ph idx="12" type="sldNum"/>
          </p:nvPr>
        </p:nvSpPr>
        <p:spPr>
          <a:xfrm>
            <a:off x="4010557" y="8895562"/>
            <a:ext cx="3066518" cy="467513"/>
          </a:xfrm>
          <a:prstGeom prst="rect">
            <a:avLst/>
          </a:prstGeom>
          <a:noFill/>
          <a:ln>
            <a:noFill/>
          </a:ln>
        </p:spPr>
        <p:txBody>
          <a:bodyPr anchorCtr="0" anchor="b" bIns="46950" lIns="93925" spcFirstLastPara="1" rIns="93925" wrap="square" tIns="46950">
            <a:noAutofit/>
          </a:bodyPr>
          <a:lstStyle/>
          <a:p>
            <a:pPr indent="0" lvl="0" marL="0" rtl="0" algn="r">
              <a:spcBef>
                <a:spcPts val="0"/>
              </a:spcBef>
              <a:spcAft>
                <a:spcPts val="0"/>
              </a:spcAft>
              <a:buNone/>
            </a:pPr>
            <a:fld id="{00000000-1234-1234-1234-123412341234}" type="slidenum">
              <a:rPr lang="en-US" sz="1300">
                <a:solidFill>
                  <a:schemeClr val="dk1"/>
                </a:solidFill>
                <a:latin typeface="Helvetica Neue"/>
                <a:ea typeface="Helvetica Neue"/>
                <a:cs typeface="Helvetica Neue"/>
                <a:sym typeface="Helvetica Neue"/>
              </a:rPr>
              <a:t>‹#›</a:t>
            </a:fld>
            <a:endParaRPr sz="1300">
              <a:solidFill>
                <a:schemeClr val="dk1"/>
              </a:solidFill>
              <a:latin typeface="Helvetica Neue"/>
              <a:ea typeface="Helvetica Neue"/>
              <a:cs typeface="Helvetica Neue"/>
              <a:sym typeface="Helvetica Neue"/>
            </a:endParaRPr>
          </a:p>
        </p:txBody>
      </p:sp>
      <p:sp>
        <p:nvSpPr>
          <p:cNvPr id="125" name="Google Shape;125;p8:notes"/>
          <p:cNvSpPr/>
          <p:nvPr>
            <p:ph idx="2" type="sldImg"/>
          </p:nvPr>
        </p:nvSpPr>
        <p:spPr>
          <a:xfrm>
            <a:off x="1196975" y="703263"/>
            <a:ext cx="4683125" cy="35115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6" name="Google Shape;126;p8:notes"/>
          <p:cNvSpPr txBox="1"/>
          <p:nvPr>
            <p:ph idx="1" type="body"/>
          </p:nvPr>
        </p:nvSpPr>
        <p:spPr>
          <a:xfrm>
            <a:off x="942434" y="4447781"/>
            <a:ext cx="5192210" cy="4212424"/>
          </a:xfrm>
          <a:prstGeom prst="rect">
            <a:avLst/>
          </a:prstGeom>
          <a:noFill/>
          <a:ln>
            <a:noFill/>
          </a:ln>
        </p:spPr>
        <p:txBody>
          <a:bodyPr anchorCtr="0" anchor="t" bIns="46950" lIns="93925" spcFirstLastPara="1" rIns="93925" wrap="square" tIns="4695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p9:notes"/>
          <p:cNvSpPr txBox="1"/>
          <p:nvPr>
            <p:ph idx="12" type="sldNum"/>
          </p:nvPr>
        </p:nvSpPr>
        <p:spPr>
          <a:xfrm>
            <a:off x="4010557" y="8895562"/>
            <a:ext cx="3066518" cy="467513"/>
          </a:xfrm>
          <a:prstGeom prst="rect">
            <a:avLst/>
          </a:prstGeom>
          <a:noFill/>
          <a:ln>
            <a:noFill/>
          </a:ln>
        </p:spPr>
        <p:txBody>
          <a:bodyPr anchorCtr="0" anchor="b" bIns="46950" lIns="93925" spcFirstLastPara="1" rIns="93925" wrap="square" tIns="46950">
            <a:noAutofit/>
          </a:bodyPr>
          <a:lstStyle/>
          <a:p>
            <a:pPr indent="0" lvl="0" marL="0" rtl="0" algn="r">
              <a:spcBef>
                <a:spcPts val="0"/>
              </a:spcBef>
              <a:spcAft>
                <a:spcPts val="0"/>
              </a:spcAft>
              <a:buNone/>
            </a:pPr>
            <a:fld id="{00000000-1234-1234-1234-123412341234}" type="slidenum">
              <a:rPr lang="en-US" sz="1300">
                <a:solidFill>
                  <a:schemeClr val="dk1"/>
                </a:solidFill>
                <a:latin typeface="Helvetica Neue"/>
                <a:ea typeface="Helvetica Neue"/>
                <a:cs typeface="Helvetica Neue"/>
                <a:sym typeface="Helvetica Neue"/>
              </a:rPr>
              <a:t>‹#›</a:t>
            </a:fld>
            <a:endParaRPr sz="1300">
              <a:solidFill>
                <a:schemeClr val="dk1"/>
              </a:solidFill>
              <a:latin typeface="Helvetica Neue"/>
              <a:ea typeface="Helvetica Neue"/>
              <a:cs typeface="Helvetica Neue"/>
              <a:sym typeface="Helvetica Neue"/>
            </a:endParaRPr>
          </a:p>
        </p:txBody>
      </p:sp>
      <p:sp>
        <p:nvSpPr>
          <p:cNvPr id="133" name="Google Shape;133;p9:notes"/>
          <p:cNvSpPr/>
          <p:nvPr>
            <p:ph idx="2" type="sldImg"/>
          </p:nvPr>
        </p:nvSpPr>
        <p:spPr>
          <a:xfrm>
            <a:off x="1196975" y="703263"/>
            <a:ext cx="4683125" cy="35115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4" name="Google Shape;134;p9:notes"/>
          <p:cNvSpPr txBox="1"/>
          <p:nvPr>
            <p:ph idx="1" type="body"/>
          </p:nvPr>
        </p:nvSpPr>
        <p:spPr>
          <a:xfrm>
            <a:off x="942434" y="4447781"/>
            <a:ext cx="5192210" cy="4212424"/>
          </a:xfrm>
          <a:prstGeom prst="rect">
            <a:avLst/>
          </a:prstGeom>
          <a:noFill/>
          <a:ln>
            <a:noFill/>
          </a:ln>
        </p:spPr>
        <p:txBody>
          <a:bodyPr anchorCtr="0" anchor="t" bIns="46950" lIns="93925" spcFirstLastPara="1" rIns="93925" wrap="square" tIns="4695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p10:notes"/>
          <p:cNvSpPr txBox="1"/>
          <p:nvPr>
            <p:ph idx="12" type="sldNum"/>
          </p:nvPr>
        </p:nvSpPr>
        <p:spPr>
          <a:xfrm>
            <a:off x="4010557" y="8895562"/>
            <a:ext cx="3066518" cy="467513"/>
          </a:xfrm>
          <a:prstGeom prst="rect">
            <a:avLst/>
          </a:prstGeom>
          <a:noFill/>
          <a:ln>
            <a:noFill/>
          </a:ln>
        </p:spPr>
        <p:txBody>
          <a:bodyPr anchorCtr="0" anchor="b" bIns="46950" lIns="93925" spcFirstLastPara="1" rIns="93925" wrap="square" tIns="46950">
            <a:noAutofit/>
          </a:bodyPr>
          <a:lstStyle/>
          <a:p>
            <a:pPr indent="0" lvl="0" marL="0" rtl="0" algn="r">
              <a:spcBef>
                <a:spcPts val="0"/>
              </a:spcBef>
              <a:spcAft>
                <a:spcPts val="0"/>
              </a:spcAft>
              <a:buNone/>
            </a:pPr>
            <a:fld id="{00000000-1234-1234-1234-123412341234}" type="slidenum">
              <a:rPr lang="en-US" sz="1300">
                <a:solidFill>
                  <a:schemeClr val="dk1"/>
                </a:solidFill>
                <a:latin typeface="Helvetica Neue"/>
                <a:ea typeface="Helvetica Neue"/>
                <a:cs typeface="Helvetica Neue"/>
                <a:sym typeface="Helvetica Neue"/>
              </a:rPr>
              <a:t>‹#›</a:t>
            </a:fld>
            <a:endParaRPr sz="1300">
              <a:solidFill>
                <a:schemeClr val="dk1"/>
              </a:solidFill>
              <a:latin typeface="Helvetica Neue"/>
              <a:ea typeface="Helvetica Neue"/>
              <a:cs typeface="Helvetica Neue"/>
              <a:sym typeface="Helvetica Neue"/>
            </a:endParaRPr>
          </a:p>
        </p:txBody>
      </p:sp>
      <p:sp>
        <p:nvSpPr>
          <p:cNvPr id="143" name="Google Shape;143;p10:notes"/>
          <p:cNvSpPr/>
          <p:nvPr>
            <p:ph idx="2" type="sldImg"/>
          </p:nvPr>
        </p:nvSpPr>
        <p:spPr>
          <a:xfrm>
            <a:off x="1196975" y="703263"/>
            <a:ext cx="4683125" cy="35115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4" name="Google Shape;144;p10:notes"/>
          <p:cNvSpPr txBox="1"/>
          <p:nvPr>
            <p:ph idx="1" type="body"/>
          </p:nvPr>
        </p:nvSpPr>
        <p:spPr>
          <a:xfrm>
            <a:off x="942434" y="4447781"/>
            <a:ext cx="5192210" cy="4212424"/>
          </a:xfrm>
          <a:prstGeom prst="rect">
            <a:avLst/>
          </a:prstGeom>
          <a:noFill/>
          <a:ln>
            <a:noFill/>
          </a:ln>
        </p:spPr>
        <p:txBody>
          <a:bodyPr anchorCtr="0" anchor="t" bIns="46950" lIns="93925" spcFirstLastPara="1" rIns="93925" wrap="square" tIns="4695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p11:notes"/>
          <p:cNvSpPr txBox="1"/>
          <p:nvPr>
            <p:ph idx="1" type="body"/>
          </p:nvPr>
        </p:nvSpPr>
        <p:spPr>
          <a:xfrm>
            <a:off x="942434" y="4447781"/>
            <a:ext cx="5192210" cy="4212424"/>
          </a:xfrm>
          <a:prstGeom prst="rect">
            <a:avLst/>
          </a:prstGeom>
        </p:spPr>
        <p:txBody>
          <a:bodyPr anchorCtr="0" anchor="t" bIns="46950" lIns="93925" spcFirstLastPara="1" rIns="93925" wrap="square" tIns="46950">
            <a:noAutofit/>
          </a:bodyPr>
          <a:lstStyle/>
          <a:p>
            <a:pPr indent="0" lvl="0" marL="0" rtl="0" algn="l">
              <a:spcBef>
                <a:spcPts val="360"/>
              </a:spcBef>
              <a:spcAft>
                <a:spcPts val="0"/>
              </a:spcAft>
              <a:buNone/>
            </a:pPr>
            <a:r>
              <a:t/>
            </a:r>
            <a:endParaRPr/>
          </a:p>
        </p:txBody>
      </p:sp>
      <p:sp>
        <p:nvSpPr>
          <p:cNvPr id="151" name="Google Shape;151;p11:notes"/>
          <p:cNvSpPr/>
          <p:nvPr>
            <p:ph idx="2" type="sldImg"/>
          </p:nvPr>
        </p:nvSpPr>
        <p:spPr>
          <a:xfrm>
            <a:off x="1196975" y="703263"/>
            <a:ext cx="4683125" cy="35115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p12:notes"/>
          <p:cNvSpPr txBox="1"/>
          <p:nvPr>
            <p:ph idx="12" type="sldNum"/>
          </p:nvPr>
        </p:nvSpPr>
        <p:spPr>
          <a:xfrm>
            <a:off x="4010557" y="8895562"/>
            <a:ext cx="3066518" cy="467513"/>
          </a:xfrm>
          <a:prstGeom prst="rect">
            <a:avLst/>
          </a:prstGeom>
          <a:noFill/>
          <a:ln>
            <a:noFill/>
          </a:ln>
        </p:spPr>
        <p:txBody>
          <a:bodyPr anchorCtr="0" anchor="b" bIns="46950" lIns="93925" spcFirstLastPara="1" rIns="93925" wrap="square" tIns="46950">
            <a:noAutofit/>
          </a:bodyPr>
          <a:lstStyle/>
          <a:p>
            <a:pPr indent="0" lvl="0" marL="0" rtl="0" algn="r">
              <a:spcBef>
                <a:spcPts val="0"/>
              </a:spcBef>
              <a:spcAft>
                <a:spcPts val="0"/>
              </a:spcAft>
              <a:buNone/>
            </a:pPr>
            <a:fld id="{00000000-1234-1234-1234-123412341234}" type="slidenum">
              <a:rPr lang="en-US" sz="1300">
                <a:solidFill>
                  <a:schemeClr val="dk1"/>
                </a:solidFill>
                <a:latin typeface="Helvetica Neue"/>
                <a:ea typeface="Helvetica Neue"/>
                <a:cs typeface="Helvetica Neue"/>
                <a:sym typeface="Helvetica Neue"/>
              </a:rPr>
              <a:t>‹#›</a:t>
            </a:fld>
            <a:endParaRPr sz="1300">
              <a:solidFill>
                <a:schemeClr val="dk1"/>
              </a:solidFill>
              <a:latin typeface="Helvetica Neue"/>
              <a:ea typeface="Helvetica Neue"/>
              <a:cs typeface="Helvetica Neue"/>
              <a:sym typeface="Helvetica Neue"/>
            </a:endParaRPr>
          </a:p>
        </p:txBody>
      </p:sp>
      <p:sp>
        <p:nvSpPr>
          <p:cNvPr id="157" name="Google Shape;157;p12:notes"/>
          <p:cNvSpPr/>
          <p:nvPr>
            <p:ph idx="2" type="sldImg"/>
          </p:nvPr>
        </p:nvSpPr>
        <p:spPr>
          <a:xfrm>
            <a:off x="1196975" y="703263"/>
            <a:ext cx="4683125" cy="35115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8" name="Google Shape;158;p12:notes"/>
          <p:cNvSpPr txBox="1"/>
          <p:nvPr>
            <p:ph idx="1" type="body"/>
          </p:nvPr>
        </p:nvSpPr>
        <p:spPr>
          <a:xfrm>
            <a:off x="942434" y="4447781"/>
            <a:ext cx="5192210" cy="4212424"/>
          </a:xfrm>
          <a:prstGeom prst="rect">
            <a:avLst/>
          </a:prstGeom>
          <a:noFill/>
          <a:ln>
            <a:noFill/>
          </a:ln>
        </p:spPr>
        <p:txBody>
          <a:bodyPr anchorCtr="0" anchor="t" bIns="46950" lIns="93925" spcFirstLastPara="1" rIns="93925" wrap="square" tIns="4695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p13:notes"/>
          <p:cNvSpPr txBox="1"/>
          <p:nvPr>
            <p:ph idx="1" type="body"/>
          </p:nvPr>
        </p:nvSpPr>
        <p:spPr>
          <a:xfrm>
            <a:off x="942434" y="4447781"/>
            <a:ext cx="5192210" cy="4212424"/>
          </a:xfrm>
          <a:prstGeom prst="rect">
            <a:avLst/>
          </a:prstGeom>
        </p:spPr>
        <p:txBody>
          <a:bodyPr anchorCtr="0" anchor="t" bIns="46950" lIns="93925" spcFirstLastPara="1" rIns="93925" wrap="square" tIns="46950">
            <a:noAutofit/>
          </a:bodyPr>
          <a:lstStyle/>
          <a:p>
            <a:pPr indent="0" lvl="0" marL="0" rtl="0" algn="l">
              <a:spcBef>
                <a:spcPts val="360"/>
              </a:spcBef>
              <a:spcAft>
                <a:spcPts val="0"/>
              </a:spcAft>
              <a:buNone/>
            </a:pPr>
            <a:r>
              <a:t/>
            </a:r>
            <a:endParaRPr/>
          </a:p>
        </p:txBody>
      </p:sp>
      <p:sp>
        <p:nvSpPr>
          <p:cNvPr id="164" name="Google Shape;164;p13:notes"/>
          <p:cNvSpPr/>
          <p:nvPr>
            <p:ph idx="2" type="sldImg"/>
          </p:nvPr>
        </p:nvSpPr>
        <p:spPr>
          <a:xfrm>
            <a:off x="1196975" y="703263"/>
            <a:ext cx="4683125" cy="35115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p14:notes"/>
          <p:cNvSpPr txBox="1"/>
          <p:nvPr>
            <p:ph idx="12" type="sldNum"/>
          </p:nvPr>
        </p:nvSpPr>
        <p:spPr>
          <a:xfrm>
            <a:off x="4010557" y="8895562"/>
            <a:ext cx="3066518" cy="467513"/>
          </a:xfrm>
          <a:prstGeom prst="rect">
            <a:avLst/>
          </a:prstGeom>
          <a:noFill/>
          <a:ln>
            <a:noFill/>
          </a:ln>
        </p:spPr>
        <p:txBody>
          <a:bodyPr anchorCtr="0" anchor="b" bIns="46950" lIns="93925" spcFirstLastPara="1" rIns="93925" wrap="square" tIns="46950">
            <a:noAutofit/>
          </a:bodyPr>
          <a:lstStyle/>
          <a:p>
            <a:pPr indent="0" lvl="0" marL="0" rtl="0" algn="r">
              <a:spcBef>
                <a:spcPts val="0"/>
              </a:spcBef>
              <a:spcAft>
                <a:spcPts val="0"/>
              </a:spcAft>
              <a:buNone/>
            </a:pPr>
            <a:fld id="{00000000-1234-1234-1234-123412341234}" type="slidenum">
              <a:rPr lang="en-US" sz="1300">
                <a:solidFill>
                  <a:schemeClr val="dk1"/>
                </a:solidFill>
                <a:latin typeface="Helvetica Neue"/>
                <a:ea typeface="Helvetica Neue"/>
                <a:cs typeface="Helvetica Neue"/>
                <a:sym typeface="Helvetica Neue"/>
              </a:rPr>
              <a:t>‹#›</a:t>
            </a:fld>
            <a:endParaRPr sz="1300">
              <a:solidFill>
                <a:schemeClr val="dk1"/>
              </a:solidFill>
              <a:latin typeface="Helvetica Neue"/>
              <a:ea typeface="Helvetica Neue"/>
              <a:cs typeface="Helvetica Neue"/>
              <a:sym typeface="Helvetica Neue"/>
            </a:endParaRPr>
          </a:p>
        </p:txBody>
      </p:sp>
      <p:sp>
        <p:nvSpPr>
          <p:cNvPr id="172" name="Google Shape;172;p14:notes"/>
          <p:cNvSpPr/>
          <p:nvPr>
            <p:ph idx="2" type="sldImg"/>
          </p:nvPr>
        </p:nvSpPr>
        <p:spPr>
          <a:xfrm>
            <a:off x="1196975" y="703263"/>
            <a:ext cx="4683125" cy="35115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3" name="Google Shape;173;p14:notes"/>
          <p:cNvSpPr txBox="1"/>
          <p:nvPr>
            <p:ph idx="1" type="body"/>
          </p:nvPr>
        </p:nvSpPr>
        <p:spPr>
          <a:xfrm>
            <a:off x="942434" y="4447781"/>
            <a:ext cx="5192210" cy="4212424"/>
          </a:xfrm>
          <a:prstGeom prst="rect">
            <a:avLst/>
          </a:prstGeom>
          <a:noFill/>
          <a:ln>
            <a:noFill/>
          </a:ln>
        </p:spPr>
        <p:txBody>
          <a:bodyPr anchorCtr="0" anchor="t" bIns="46950" lIns="93925" spcFirstLastPara="1" rIns="93925" wrap="square" tIns="4695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p15:notes"/>
          <p:cNvSpPr txBox="1"/>
          <p:nvPr>
            <p:ph idx="12" type="sldNum"/>
          </p:nvPr>
        </p:nvSpPr>
        <p:spPr>
          <a:xfrm>
            <a:off x="4010557" y="8895562"/>
            <a:ext cx="3066518" cy="467513"/>
          </a:xfrm>
          <a:prstGeom prst="rect">
            <a:avLst/>
          </a:prstGeom>
          <a:noFill/>
          <a:ln>
            <a:noFill/>
          </a:ln>
        </p:spPr>
        <p:txBody>
          <a:bodyPr anchorCtr="0" anchor="b" bIns="46950" lIns="93925" spcFirstLastPara="1" rIns="93925" wrap="square" tIns="46950">
            <a:noAutofit/>
          </a:bodyPr>
          <a:lstStyle/>
          <a:p>
            <a:pPr indent="0" lvl="0" marL="0" rtl="0" algn="r">
              <a:spcBef>
                <a:spcPts val="0"/>
              </a:spcBef>
              <a:spcAft>
                <a:spcPts val="0"/>
              </a:spcAft>
              <a:buNone/>
            </a:pPr>
            <a:fld id="{00000000-1234-1234-1234-123412341234}" type="slidenum">
              <a:rPr lang="en-US" sz="1300">
                <a:solidFill>
                  <a:schemeClr val="dk1"/>
                </a:solidFill>
                <a:latin typeface="Helvetica Neue"/>
                <a:ea typeface="Helvetica Neue"/>
                <a:cs typeface="Helvetica Neue"/>
                <a:sym typeface="Helvetica Neue"/>
              </a:rPr>
              <a:t>‹#›</a:t>
            </a:fld>
            <a:endParaRPr sz="1300">
              <a:solidFill>
                <a:schemeClr val="dk1"/>
              </a:solidFill>
              <a:latin typeface="Helvetica Neue"/>
              <a:ea typeface="Helvetica Neue"/>
              <a:cs typeface="Helvetica Neue"/>
              <a:sym typeface="Helvetica Neue"/>
            </a:endParaRPr>
          </a:p>
        </p:txBody>
      </p:sp>
      <p:sp>
        <p:nvSpPr>
          <p:cNvPr id="180" name="Google Shape;180;p15:notes"/>
          <p:cNvSpPr/>
          <p:nvPr>
            <p:ph idx="2" type="sldImg"/>
          </p:nvPr>
        </p:nvSpPr>
        <p:spPr>
          <a:xfrm>
            <a:off x="1196975" y="703263"/>
            <a:ext cx="4683125" cy="35115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1" name="Google Shape;181;p15:notes"/>
          <p:cNvSpPr txBox="1"/>
          <p:nvPr>
            <p:ph idx="1" type="body"/>
          </p:nvPr>
        </p:nvSpPr>
        <p:spPr>
          <a:xfrm>
            <a:off x="942434" y="4447781"/>
            <a:ext cx="5192210" cy="4212424"/>
          </a:xfrm>
          <a:prstGeom prst="rect">
            <a:avLst/>
          </a:prstGeom>
          <a:noFill/>
          <a:ln>
            <a:noFill/>
          </a:ln>
        </p:spPr>
        <p:txBody>
          <a:bodyPr anchorCtr="0" anchor="t" bIns="46950" lIns="93925" spcFirstLastPara="1" rIns="93925" wrap="square" tIns="4695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p16:notes"/>
          <p:cNvSpPr txBox="1"/>
          <p:nvPr>
            <p:ph idx="12" type="sldNum"/>
          </p:nvPr>
        </p:nvSpPr>
        <p:spPr>
          <a:xfrm>
            <a:off x="4010557" y="8895562"/>
            <a:ext cx="3066518" cy="467513"/>
          </a:xfrm>
          <a:prstGeom prst="rect">
            <a:avLst/>
          </a:prstGeom>
          <a:noFill/>
          <a:ln>
            <a:noFill/>
          </a:ln>
        </p:spPr>
        <p:txBody>
          <a:bodyPr anchorCtr="0" anchor="b" bIns="46950" lIns="93925" spcFirstLastPara="1" rIns="93925" wrap="square" tIns="46950">
            <a:noAutofit/>
          </a:bodyPr>
          <a:lstStyle/>
          <a:p>
            <a:pPr indent="0" lvl="0" marL="0" rtl="0" algn="r">
              <a:spcBef>
                <a:spcPts val="0"/>
              </a:spcBef>
              <a:spcAft>
                <a:spcPts val="0"/>
              </a:spcAft>
              <a:buNone/>
            </a:pPr>
            <a:fld id="{00000000-1234-1234-1234-123412341234}" type="slidenum">
              <a:rPr lang="en-US" sz="1300">
                <a:solidFill>
                  <a:schemeClr val="dk1"/>
                </a:solidFill>
                <a:latin typeface="Helvetica Neue"/>
                <a:ea typeface="Helvetica Neue"/>
                <a:cs typeface="Helvetica Neue"/>
                <a:sym typeface="Helvetica Neue"/>
              </a:rPr>
              <a:t>‹#›</a:t>
            </a:fld>
            <a:endParaRPr sz="1300">
              <a:solidFill>
                <a:schemeClr val="dk1"/>
              </a:solidFill>
              <a:latin typeface="Helvetica Neue"/>
              <a:ea typeface="Helvetica Neue"/>
              <a:cs typeface="Helvetica Neue"/>
              <a:sym typeface="Helvetica Neue"/>
            </a:endParaRPr>
          </a:p>
        </p:txBody>
      </p:sp>
      <p:sp>
        <p:nvSpPr>
          <p:cNvPr id="188" name="Google Shape;188;p16:notes"/>
          <p:cNvSpPr/>
          <p:nvPr>
            <p:ph idx="2" type="sldImg"/>
          </p:nvPr>
        </p:nvSpPr>
        <p:spPr>
          <a:xfrm>
            <a:off x="1196975" y="703263"/>
            <a:ext cx="4683125" cy="35115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9" name="Google Shape;189;p16:notes"/>
          <p:cNvSpPr txBox="1"/>
          <p:nvPr>
            <p:ph idx="1" type="body"/>
          </p:nvPr>
        </p:nvSpPr>
        <p:spPr>
          <a:xfrm>
            <a:off x="942434" y="4447781"/>
            <a:ext cx="5192210" cy="4212424"/>
          </a:xfrm>
          <a:prstGeom prst="rect">
            <a:avLst/>
          </a:prstGeom>
          <a:noFill/>
          <a:ln>
            <a:noFill/>
          </a:ln>
        </p:spPr>
        <p:txBody>
          <a:bodyPr anchorCtr="0" anchor="t" bIns="46950" lIns="93925" spcFirstLastPara="1" rIns="93925" wrap="square" tIns="4695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p17:notes"/>
          <p:cNvSpPr txBox="1"/>
          <p:nvPr>
            <p:ph idx="1" type="body"/>
          </p:nvPr>
        </p:nvSpPr>
        <p:spPr>
          <a:xfrm>
            <a:off x="942434" y="4447781"/>
            <a:ext cx="5192210" cy="4212424"/>
          </a:xfrm>
          <a:prstGeom prst="rect">
            <a:avLst/>
          </a:prstGeom>
        </p:spPr>
        <p:txBody>
          <a:bodyPr anchorCtr="0" anchor="t" bIns="46950" lIns="93925" spcFirstLastPara="1" rIns="93925" wrap="square" tIns="46950">
            <a:noAutofit/>
          </a:bodyPr>
          <a:lstStyle/>
          <a:p>
            <a:pPr indent="0" lvl="0" marL="0" rtl="0" algn="l">
              <a:spcBef>
                <a:spcPts val="360"/>
              </a:spcBef>
              <a:spcAft>
                <a:spcPts val="0"/>
              </a:spcAft>
              <a:buNone/>
            </a:pPr>
            <a:r>
              <a:t/>
            </a:r>
            <a:endParaRPr/>
          </a:p>
        </p:txBody>
      </p:sp>
      <p:sp>
        <p:nvSpPr>
          <p:cNvPr id="201" name="Google Shape;201;p17:notes"/>
          <p:cNvSpPr/>
          <p:nvPr>
            <p:ph idx="2" type="sldImg"/>
          </p:nvPr>
        </p:nvSpPr>
        <p:spPr>
          <a:xfrm>
            <a:off x="1196975" y="703263"/>
            <a:ext cx="4683125" cy="35115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p18:notes"/>
          <p:cNvSpPr txBox="1"/>
          <p:nvPr>
            <p:ph idx="1" type="body"/>
          </p:nvPr>
        </p:nvSpPr>
        <p:spPr>
          <a:xfrm>
            <a:off x="942434" y="4447781"/>
            <a:ext cx="5192210" cy="4212424"/>
          </a:xfrm>
          <a:prstGeom prst="rect">
            <a:avLst/>
          </a:prstGeom>
        </p:spPr>
        <p:txBody>
          <a:bodyPr anchorCtr="0" anchor="t" bIns="46950" lIns="93925" spcFirstLastPara="1" rIns="93925" wrap="square" tIns="46950">
            <a:noAutofit/>
          </a:bodyPr>
          <a:lstStyle/>
          <a:p>
            <a:pPr indent="0" lvl="0" marL="0" rtl="0" algn="l">
              <a:spcBef>
                <a:spcPts val="360"/>
              </a:spcBef>
              <a:spcAft>
                <a:spcPts val="0"/>
              </a:spcAft>
              <a:buNone/>
            </a:pPr>
            <a:r>
              <a:t/>
            </a:r>
            <a:endParaRPr/>
          </a:p>
        </p:txBody>
      </p:sp>
      <p:sp>
        <p:nvSpPr>
          <p:cNvPr id="207" name="Google Shape;207;p18:notes"/>
          <p:cNvSpPr/>
          <p:nvPr>
            <p:ph idx="2" type="sldImg"/>
          </p:nvPr>
        </p:nvSpPr>
        <p:spPr>
          <a:xfrm>
            <a:off x="1196975" y="703263"/>
            <a:ext cx="4683125" cy="35115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p19:notes"/>
          <p:cNvSpPr txBox="1"/>
          <p:nvPr>
            <p:ph idx="12" type="sldNum"/>
          </p:nvPr>
        </p:nvSpPr>
        <p:spPr>
          <a:xfrm>
            <a:off x="4010557" y="8895562"/>
            <a:ext cx="3066518" cy="467513"/>
          </a:xfrm>
          <a:prstGeom prst="rect">
            <a:avLst/>
          </a:prstGeom>
          <a:noFill/>
          <a:ln>
            <a:noFill/>
          </a:ln>
        </p:spPr>
        <p:txBody>
          <a:bodyPr anchorCtr="0" anchor="b" bIns="46950" lIns="93925" spcFirstLastPara="1" rIns="93925" wrap="square" tIns="46950">
            <a:noAutofit/>
          </a:bodyPr>
          <a:lstStyle/>
          <a:p>
            <a:pPr indent="0" lvl="0" marL="0" rtl="0" algn="r">
              <a:spcBef>
                <a:spcPts val="0"/>
              </a:spcBef>
              <a:spcAft>
                <a:spcPts val="0"/>
              </a:spcAft>
              <a:buNone/>
            </a:pPr>
            <a:fld id="{00000000-1234-1234-1234-123412341234}" type="slidenum">
              <a:rPr lang="en-US" sz="1300">
                <a:solidFill>
                  <a:schemeClr val="dk1"/>
                </a:solidFill>
                <a:latin typeface="Helvetica Neue"/>
                <a:ea typeface="Helvetica Neue"/>
                <a:cs typeface="Helvetica Neue"/>
                <a:sym typeface="Helvetica Neue"/>
              </a:rPr>
              <a:t>‹#›</a:t>
            </a:fld>
            <a:endParaRPr sz="1300">
              <a:solidFill>
                <a:schemeClr val="dk1"/>
              </a:solidFill>
              <a:latin typeface="Helvetica Neue"/>
              <a:ea typeface="Helvetica Neue"/>
              <a:cs typeface="Helvetica Neue"/>
              <a:sym typeface="Helvetica Neue"/>
            </a:endParaRPr>
          </a:p>
        </p:txBody>
      </p:sp>
      <p:sp>
        <p:nvSpPr>
          <p:cNvPr id="213" name="Google Shape;213;p19:notes"/>
          <p:cNvSpPr/>
          <p:nvPr>
            <p:ph idx="2" type="sldImg"/>
          </p:nvPr>
        </p:nvSpPr>
        <p:spPr>
          <a:xfrm>
            <a:off x="1196975" y="703263"/>
            <a:ext cx="4683125" cy="35115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4" name="Google Shape;214;p19:notes"/>
          <p:cNvSpPr txBox="1"/>
          <p:nvPr>
            <p:ph idx="1" type="body"/>
          </p:nvPr>
        </p:nvSpPr>
        <p:spPr>
          <a:xfrm>
            <a:off x="942434" y="4447781"/>
            <a:ext cx="5192210" cy="4212424"/>
          </a:xfrm>
          <a:prstGeom prst="rect">
            <a:avLst/>
          </a:prstGeom>
          <a:noFill/>
          <a:ln>
            <a:noFill/>
          </a:ln>
        </p:spPr>
        <p:txBody>
          <a:bodyPr anchorCtr="0" anchor="t" bIns="46950" lIns="93925" spcFirstLastPara="1" rIns="93925" wrap="square" tIns="4695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p20:notes"/>
          <p:cNvSpPr txBox="1"/>
          <p:nvPr>
            <p:ph idx="1" type="body"/>
          </p:nvPr>
        </p:nvSpPr>
        <p:spPr>
          <a:xfrm>
            <a:off x="942434" y="4447781"/>
            <a:ext cx="5192210" cy="4212424"/>
          </a:xfrm>
          <a:prstGeom prst="rect">
            <a:avLst/>
          </a:prstGeom>
        </p:spPr>
        <p:txBody>
          <a:bodyPr anchorCtr="0" anchor="t" bIns="46950" lIns="93925" spcFirstLastPara="1" rIns="93925" wrap="square" tIns="46950">
            <a:noAutofit/>
          </a:bodyPr>
          <a:lstStyle/>
          <a:p>
            <a:pPr indent="0" lvl="0" marL="0" rtl="0" algn="l">
              <a:spcBef>
                <a:spcPts val="360"/>
              </a:spcBef>
              <a:spcAft>
                <a:spcPts val="0"/>
              </a:spcAft>
              <a:buNone/>
            </a:pPr>
            <a:r>
              <a:t/>
            </a:r>
            <a:endParaRPr/>
          </a:p>
        </p:txBody>
      </p:sp>
      <p:sp>
        <p:nvSpPr>
          <p:cNvPr id="221" name="Google Shape;221;p20:notes"/>
          <p:cNvSpPr/>
          <p:nvPr>
            <p:ph idx="2" type="sldImg"/>
          </p:nvPr>
        </p:nvSpPr>
        <p:spPr>
          <a:xfrm>
            <a:off x="1196975" y="703263"/>
            <a:ext cx="4683125" cy="35115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p21:notes"/>
          <p:cNvSpPr txBox="1"/>
          <p:nvPr/>
        </p:nvSpPr>
        <p:spPr>
          <a:xfrm>
            <a:off x="3965575" y="8820150"/>
            <a:ext cx="3032125" cy="463550"/>
          </a:xfrm>
          <a:prstGeom prst="rect">
            <a:avLst/>
          </a:prstGeom>
          <a:noFill/>
          <a:ln>
            <a:noFill/>
          </a:ln>
        </p:spPr>
        <p:txBody>
          <a:bodyPr anchorCtr="0" anchor="b" bIns="46500" lIns="93025" spcFirstLastPara="1" rIns="93025" wrap="square" tIns="46500">
            <a:noAutofit/>
          </a:bodyPr>
          <a:lstStyle/>
          <a:p>
            <a:pPr indent="0" lvl="0" marL="0" marR="0" rtl="0" algn="r">
              <a:spcBef>
                <a:spcPts val="0"/>
              </a:spcBef>
              <a:spcAft>
                <a:spcPts val="0"/>
              </a:spcAft>
              <a:buNone/>
            </a:pPr>
            <a:fld id="{00000000-1234-1234-1234-123412341234}" type="slidenum">
              <a:rPr lang="en-US" sz="1300">
                <a:solidFill>
                  <a:schemeClr val="dk1"/>
                </a:solidFill>
                <a:latin typeface="Helvetica Neue"/>
                <a:ea typeface="Helvetica Neue"/>
                <a:cs typeface="Helvetica Neue"/>
                <a:sym typeface="Helvetica Neue"/>
              </a:rPr>
              <a:t>‹#›</a:t>
            </a:fld>
            <a:endParaRPr sz="1300">
              <a:solidFill>
                <a:schemeClr val="dk1"/>
              </a:solidFill>
              <a:latin typeface="Helvetica Neue"/>
              <a:ea typeface="Helvetica Neue"/>
              <a:cs typeface="Helvetica Neue"/>
              <a:sym typeface="Helvetica Neue"/>
            </a:endParaRPr>
          </a:p>
        </p:txBody>
      </p:sp>
      <p:sp>
        <p:nvSpPr>
          <p:cNvPr id="228" name="Google Shape;228;p21:notes"/>
          <p:cNvSpPr/>
          <p:nvPr>
            <p:ph idx="2" type="sldImg"/>
          </p:nvPr>
        </p:nvSpPr>
        <p:spPr>
          <a:xfrm>
            <a:off x="1196975" y="703263"/>
            <a:ext cx="4683125" cy="35115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29" name="Google Shape;229;p21:notes"/>
          <p:cNvSpPr txBox="1"/>
          <p:nvPr>
            <p:ph idx="1" type="body"/>
          </p:nvPr>
        </p:nvSpPr>
        <p:spPr>
          <a:xfrm>
            <a:off x="942434" y="4447781"/>
            <a:ext cx="5192210" cy="4212424"/>
          </a:xfrm>
          <a:prstGeom prst="rect">
            <a:avLst/>
          </a:prstGeom>
          <a:noFill/>
          <a:ln>
            <a:noFill/>
          </a:ln>
        </p:spPr>
        <p:txBody>
          <a:bodyPr anchorCtr="0" anchor="t" bIns="46950" lIns="93925" spcFirstLastPara="1" rIns="93925" wrap="square" tIns="4695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p22:notes"/>
          <p:cNvSpPr txBox="1"/>
          <p:nvPr/>
        </p:nvSpPr>
        <p:spPr>
          <a:xfrm>
            <a:off x="4010557" y="8895562"/>
            <a:ext cx="3066518" cy="467513"/>
          </a:xfrm>
          <a:prstGeom prst="rect">
            <a:avLst/>
          </a:prstGeom>
          <a:noFill/>
          <a:ln>
            <a:noFill/>
          </a:ln>
        </p:spPr>
        <p:txBody>
          <a:bodyPr anchorCtr="0" anchor="b" bIns="46950" lIns="93925" spcFirstLastPara="1" rIns="93925" wrap="square" tIns="46950">
            <a:noAutofit/>
          </a:bodyPr>
          <a:lstStyle/>
          <a:p>
            <a:pPr indent="0" lvl="0" marL="0" marR="0" rtl="0" algn="r">
              <a:spcBef>
                <a:spcPts val="0"/>
              </a:spcBef>
              <a:spcAft>
                <a:spcPts val="0"/>
              </a:spcAft>
              <a:buNone/>
            </a:pPr>
            <a:fld id="{00000000-1234-1234-1234-123412341234}" type="slidenum">
              <a:rPr lang="en-US" sz="1300">
                <a:solidFill>
                  <a:schemeClr val="dk1"/>
                </a:solidFill>
                <a:latin typeface="Helvetica Neue"/>
                <a:ea typeface="Helvetica Neue"/>
                <a:cs typeface="Helvetica Neue"/>
                <a:sym typeface="Helvetica Neue"/>
              </a:rPr>
              <a:t>‹#›</a:t>
            </a:fld>
            <a:endParaRPr sz="1300">
              <a:solidFill>
                <a:schemeClr val="dk1"/>
              </a:solidFill>
              <a:latin typeface="Helvetica Neue"/>
              <a:ea typeface="Helvetica Neue"/>
              <a:cs typeface="Helvetica Neue"/>
              <a:sym typeface="Helvetica Neue"/>
            </a:endParaRPr>
          </a:p>
        </p:txBody>
      </p:sp>
      <p:sp>
        <p:nvSpPr>
          <p:cNvPr id="236" name="Google Shape;236;p22:notes"/>
          <p:cNvSpPr/>
          <p:nvPr>
            <p:ph idx="2" type="sldImg"/>
          </p:nvPr>
        </p:nvSpPr>
        <p:spPr>
          <a:xfrm>
            <a:off x="1196975" y="703263"/>
            <a:ext cx="4683125" cy="35115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37" name="Google Shape;237;p22:notes"/>
          <p:cNvSpPr txBox="1"/>
          <p:nvPr>
            <p:ph idx="1" type="body"/>
          </p:nvPr>
        </p:nvSpPr>
        <p:spPr>
          <a:xfrm>
            <a:off x="942434" y="4447781"/>
            <a:ext cx="5192210" cy="4212424"/>
          </a:xfrm>
          <a:prstGeom prst="rect">
            <a:avLst/>
          </a:prstGeom>
          <a:noFill/>
          <a:ln>
            <a:noFill/>
          </a:ln>
        </p:spPr>
        <p:txBody>
          <a:bodyPr anchorCtr="0" anchor="t" bIns="46950" lIns="93925" spcFirstLastPara="1" rIns="93925" wrap="square" tIns="4695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p23:notes"/>
          <p:cNvSpPr txBox="1"/>
          <p:nvPr>
            <p:ph idx="1" type="body"/>
          </p:nvPr>
        </p:nvSpPr>
        <p:spPr>
          <a:xfrm>
            <a:off x="942434" y="4447781"/>
            <a:ext cx="5192210" cy="4212424"/>
          </a:xfrm>
          <a:prstGeom prst="rect">
            <a:avLst/>
          </a:prstGeom>
        </p:spPr>
        <p:txBody>
          <a:bodyPr anchorCtr="0" anchor="t" bIns="46950" lIns="93925" spcFirstLastPara="1" rIns="93925" wrap="square" tIns="46950">
            <a:noAutofit/>
          </a:bodyPr>
          <a:lstStyle/>
          <a:p>
            <a:pPr indent="0" lvl="0" marL="0" rtl="0" algn="l">
              <a:spcBef>
                <a:spcPts val="360"/>
              </a:spcBef>
              <a:spcAft>
                <a:spcPts val="0"/>
              </a:spcAft>
              <a:buNone/>
            </a:pPr>
            <a:r>
              <a:t/>
            </a:r>
            <a:endParaRPr/>
          </a:p>
        </p:txBody>
      </p:sp>
      <p:sp>
        <p:nvSpPr>
          <p:cNvPr id="243" name="Google Shape;243;p23:notes"/>
          <p:cNvSpPr/>
          <p:nvPr>
            <p:ph idx="2" type="sldImg"/>
          </p:nvPr>
        </p:nvSpPr>
        <p:spPr>
          <a:xfrm>
            <a:off x="1196975" y="703263"/>
            <a:ext cx="4683125" cy="35115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p24:notes"/>
          <p:cNvSpPr txBox="1"/>
          <p:nvPr/>
        </p:nvSpPr>
        <p:spPr>
          <a:xfrm>
            <a:off x="4010557" y="8895562"/>
            <a:ext cx="3066518" cy="467513"/>
          </a:xfrm>
          <a:prstGeom prst="rect">
            <a:avLst/>
          </a:prstGeom>
          <a:noFill/>
          <a:ln>
            <a:noFill/>
          </a:ln>
        </p:spPr>
        <p:txBody>
          <a:bodyPr anchorCtr="0" anchor="b" bIns="46950" lIns="93925" spcFirstLastPara="1" rIns="93925" wrap="square" tIns="46950">
            <a:noAutofit/>
          </a:bodyPr>
          <a:lstStyle/>
          <a:p>
            <a:pPr indent="0" lvl="0" marL="0" marR="0" rtl="0" algn="r">
              <a:spcBef>
                <a:spcPts val="0"/>
              </a:spcBef>
              <a:spcAft>
                <a:spcPts val="0"/>
              </a:spcAft>
              <a:buNone/>
            </a:pPr>
            <a:fld id="{00000000-1234-1234-1234-123412341234}" type="slidenum">
              <a:rPr lang="en-US" sz="1300">
                <a:solidFill>
                  <a:schemeClr val="dk1"/>
                </a:solidFill>
                <a:latin typeface="Helvetica Neue"/>
                <a:ea typeface="Helvetica Neue"/>
                <a:cs typeface="Helvetica Neue"/>
                <a:sym typeface="Helvetica Neue"/>
              </a:rPr>
              <a:t>‹#›</a:t>
            </a:fld>
            <a:endParaRPr sz="1300">
              <a:solidFill>
                <a:schemeClr val="dk1"/>
              </a:solidFill>
              <a:latin typeface="Helvetica Neue"/>
              <a:ea typeface="Helvetica Neue"/>
              <a:cs typeface="Helvetica Neue"/>
              <a:sym typeface="Helvetica Neue"/>
            </a:endParaRPr>
          </a:p>
        </p:txBody>
      </p:sp>
      <p:sp>
        <p:nvSpPr>
          <p:cNvPr id="249" name="Google Shape;249;p24:notes"/>
          <p:cNvSpPr/>
          <p:nvPr>
            <p:ph idx="2" type="sldImg"/>
          </p:nvPr>
        </p:nvSpPr>
        <p:spPr>
          <a:xfrm>
            <a:off x="1196975" y="703263"/>
            <a:ext cx="4683125" cy="35115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50" name="Google Shape;250;p24:notes"/>
          <p:cNvSpPr txBox="1"/>
          <p:nvPr>
            <p:ph idx="1" type="body"/>
          </p:nvPr>
        </p:nvSpPr>
        <p:spPr>
          <a:xfrm>
            <a:off x="942434" y="4447781"/>
            <a:ext cx="5192210" cy="4212424"/>
          </a:xfrm>
          <a:prstGeom prst="rect">
            <a:avLst/>
          </a:prstGeom>
          <a:noFill/>
          <a:ln>
            <a:noFill/>
          </a:ln>
        </p:spPr>
        <p:txBody>
          <a:bodyPr anchorCtr="0" anchor="t" bIns="46950" lIns="93925" spcFirstLastPara="1" rIns="93925" wrap="square" tIns="4695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p25:notes"/>
          <p:cNvSpPr txBox="1"/>
          <p:nvPr/>
        </p:nvSpPr>
        <p:spPr>
          <a:xfrm>
            <a:off x="4010557" y="8895562"/>
            <a:ext cx="3066518" cy="467513"/>
          </a:xfrm>
          <a:prstGeom prst="rect">
            <a:avLst/>
          </a:prstGeom>
          <a:noFill/>
          <a:ln>
            <a:noFill/>
          </a:ln>
        </p:spPr>
        <p:txBody>
          <a:bodyPr anchorCtr="0" anchor="b" bIns="46950" lIns="93925" spcFirstLastPara="1" rIns="93925" wrap="square" tIns="46950">
            <a:noAutofit/>
          </a:bodyPr>
          <a:lstStyle/>
          <a:p>
            <a:pPr indent="0" lvl="0" marL="0" marR="0" rtl="0" algn="r">
              <a:spcBef>
                <a:spcPts val="0"/>
              </a:spcBef>
              <a:spcAft>
                <a:spcPts val="0"/>
              </a:spcAft>
              <a:buNone/>
            </a:pPr>
            <a:fld id="{00000000-1234-1234-1234-123412341234}" type="slidenum">
              <a:rPr lang="en-US" sz="1300">
                <a:solidFill>
                  <a:schemeClr val="dk1"/>
                </a:solidFill>
                <a:latin typeface="Helvetica Neue"/>
                <a:ea typeface="Helvetica Neue"/>
                <a:cs typeface="Helvetica Neue"/>
                <a:sym typeface="Helvetica Neue"/>
              </a:rPr>
              <a:t>‹#›</a:t>
            </a:fld>
            <a:endParaRPr sz="1300">
              <a:solidFill>
                <a:schemeClr val="dk1"/>
              </a:solidFill>
              <a:latin typeface="Helvetica Neue"/>
              <a:ea typeface="Helvetica Neue"/>
              <a:cs typeface="Helvetica Neue"/>
              <a:sym typeface="Helvetica Neue"/>
            </a:endParaRPr>
          </a:p>
        </p:txBody>
      </p:sp>
      <p:sp>
        <p:nvSpPr>
          <p:cNvPr id="256" name="Google Shape;256;p25:notes"/>
          <p:cNvSpPr/>
          <p:nvPr>
            <p:ph idx="2" type="sldImg"/>
          </p:nvPr>
        </p:nvSpPr>
        <p:spPr>
          <a:xfrm>
            <a:off x="1196975" y="703263"/>
            <a:ext cx="4683125" cy="35115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57" name="Google Shape;257;p25:notes"/>
          <p:cNvSpPr txBox="1"/>
          <p:nvPr>
            <p:ph idx="1" type="body"/>
          </p:nvPr>
        </p:nvSpPr>
        <p:spPr>
          <a:xfrm>
            <a:off x="942434" y="4447781"/>
            <a:ext cx="5192210" cy="4212424"/>
          </a:xfrm>
          <a:prstGeom prst="rect">
            <a:avLst/>
          </a:prstGeom>
          <a:noFill/>
          <a:ln>
            <a:noFill/>
          </a:ln>
        </p:spPr>
        <p:txBody>
          <a:bodyPr anchorCtr="0" anchor="t" bIns="46950" lIns="93925" spcFirstLastPara="1" rIns="93925" wrap="square" tIns="4695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p26:notes"/>
          <p:cNvSpPr txBox="1"/>
          <p:nvPr>
            <p:ph idx="12" type="sldNum"/>
          </p:nvPr>
        </p:nvSpPr>
        <p:spPr>
          <a:xfrm>
            <a:off x="4010557" y="8895562"/>
            <a:ext cx="3066518" cy="467513"/>
          </a:xfrm>
          <a:prstGeom prst="rect">
            <a:avLst/>
          </a:prstGeom>
          <a:noFill/>
          <a:ln>
            <a:noFill/>
          </a:ln>
        </p:spPr>
        <p:txBody>
          <a:bodyPr anchorCtr="0" anchor="b" bIns="46950" lIns="93925" spcFirstLastPara="1" rIns="93925" wrap="square" tIns="46950">
            <a:noAutofit/>
          </a:bodyPr>
          <a:lstStyle/>
          <a:p>
            <a:pPr indent="0" lvl="0" marL="0" rtl="0" algn="r">
              <a:spcBef>
                <a:spcPts val="0"/>
              </a:spcBef>
              <a:spcAft>
                <a:spcPts val="0"/>
              </a:spcAft>
              <a:buNone/>
            </a:pPr>
            <a:fld id="{00000000-1234-1234-1234-123412341234}" type="slidenum">
              <a:rPr lang="en-US" sz="1300">
                <a:solidFill>
                  <a:schemeClr val="dk1"/>
                </a:solidFill>
                <a:latin typeface="Helvetica Neue"/>
                <a:ea typeface="Helvetica Neue"/>
                <a:cs typeface="Helvetica Neue"/>
                <a:sym typeface="Helvetica Neue"/>
              </a:rPr>
              <a:t>‹#›</a:t>
            </a:fld>
            <a:endParaRPr sz="1300">
              <a:solidFill>
                <a:schemeClr val="dk1"/>
              </a:solidFill>
              <a:latin typeface="Helvetica Neue"/>
              <a:ea typeface="Helvetica Neue"/>
              <a:cs typeface="Helvetica Neue"/>
              <a:sym typeface="Helvetica Neue"/>
            </a:endParaRPr>
          </a:p>
        </p:txBody>
      </p:sp>
      <p:sp>
        <p:nvSpPr>
          <p:cNvPr id="263" name="Google Shape;263;p26:notes"/>
          <p:cNvSpPr/>
          <p:nvPr>
            <p:ph idx="2" type="sldImg"/>
          </p:nvPr>
        </p:nvSpPr>
        <p:spPr>
          <a:xfrm>
            <a:off x="1196975" y="703263"/>
            <a:ext cx="4683125" cy="35115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64" name="Google Shape;264;p26:notes"/>
          <p:cNvSpPr txBox="1"/>
          <p:nvPr>
            <p:ph idx="1" type="body"/>
          </p:nvPr>
        </p:nvSpPr>
        <p:spPr>
          <a:xfrm>
            <a:off x="942434" y="4447781"/>
            <a:ext cx="5192210" cy="4212424"/>
          </a:xfrm>
          <a:prstGeom prst="rect">
            <a:avLst/>
          </a:prstGeom>
          <a:noFill/>
          <a:ln>
            <a:noFill/>
          </a:ln>
        </p:spPr>
        <p:txBody>
          <a:bodyPr anchorCtr="0" anchor="t" bIns="46950" lIns="93925" spcFirstLastPara="1" rIns="93925" wrap="square" tIns="4695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p27:notes"/>
          <p:cNvSpPr txBox="1"/>
          <p:nvPr>
            <p:ph idx="1" type="body"/>
          </p:nvPr>
        </p:nvSpPr>
        <p:spPr>
          <a:xfrm>
            <a:off x="942434" y="4447781"/>
            <a:ext cx="5192210" cy="4212424"/>
          </a:xfrm>
          <a:prstGeom prst="rect">
            <a:avLst/>
          </a:prstGeom>
        </p:spPr>
        <p:txBody>
          <a:bodyPr anchorCtr="0" anchor="t" bIns="46950" lIns="93925" spcFirstLastPara="1" rIns="93925" wrap="square" tIns="46950">
            <a:noAutofit/>
          </a:bodyPr>
          <a:lstStyle/>
          <a:p>
            <a:pPr indent="0" lvl="0" marL="0" rtl="0" algn="l">
              <a:spcBef>
                <a:spcPts val="360"/>
              </a:spcBef>
              <a:spcAft>
                <a:spcPts val="0"/>
              </a:spcAft>
              <a:buNone/>
            </a:pPr>
            <a:r>
              <a:t/>
            </a:r>
            <a:endParaRPr/>
          </a:p>
        </p:txBody>
      </p:sp>
      <p:sp>
        <p:nvSpPr>
          <p:cNvPr id="270" name="Google Shape;270;p27:notes"/>
          <p:cNvSpPr/>
          <p:nvPr>
            <p:ph idx="2" type="sldImg"/>
          </p:nvPr>
        </p:nvSpPr>
        <p:spPr>
          <a:xfrm>
            <a:off x="1196975" y="703263"/>
            <a:ext cx="4683125" cy="35115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p28:notes"/>
          <p:cNvSpPr txBox="1"/>
          <p:nvPr>
            <p:ph idx="1" type="body"/>
          </p:nvPr>
        </p:nvSpPr>
        <p:spPr>
          <a:xfrm>
            <a:off x="942434" y="4447781"/>
            <a:ext cx="5192210" cy="4212424"/>
          </a:xfrm>
          <a:prstGeom prst="rect">
            <a:avLst/>
          </a:prstGeom>
        </p:spPr>
        <p:txBody>
          <a:bodyPr anchorCtr="0" anchor="t" bIns="46950" lIns="93925" spcFirstLastPara="1" rIns="93925" wrap="square" tIns="46950">
            <a:noAutofit/>
          </a:bodyPr>
          <a:lstStyle/>
          <a:p>
            <a:pPr indent="0" lvl="0" marL="0" rtl="0" algn="l">
              <a:spcBef>
                <a:spcPts val="360"/>
              </a:spcBef>
              <a:spcAft>
                <a:spcPts val="0"/>
              </a:spcAft>
              <a:buNone/>
            </a:pPr>
            <a:r>
              <a:t/>
            </a:r>
            <a:endParaRPr/>
          </a:p>
        </p:txBody>
      </p:sp>
      <p:sp>
        <p:nvSpPr>
          <p:cNvPr id="277" name="Google Shape;277;p28:notes"/>
          <p:cNvSpPr/>
          <p:nvPr>
            <p:ph idx="2" type="sldImg"/>
          </p:nvPr>
        </p:nvSpPr>
        <p:spPr>
          <a:xfrm>
            <a:off x="1196975" y="703263"/>
            <a:ext cx="4683125" cy="35115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p29:notes"/>
          <p:cNvSpPr txBox="1"/>
          <p:nvPr>
            <p:ph idx="1" type="body"/>
          </p:nvPr>
        </p:nvSpPr>
        <p:spPr>
          <a:xfrm>
            <a:off x="942434" y="4447781"/>
            <a:ext cx="5192210" cy="4212424"/>
          </a:xfrm>
          <a:prstGeom prst="rect">
            <a:avLst/>
          </a:prstGeom>
        </p:spPr>
        <p:txBody>
          <a:bodyPr anchorCtr="0" anchor="t" bIns="46950" lIns="93925" spcFirstLastPara="1" rIns="93925" wrap="square" tIns="46950">
            <a:noAutofit/>
          </a:bodyPr>
          <a:lstStyle/>
          <a:p>
            <a:pPr indent="0" lvl="0" marL="0" rtl="0" algn="l">
              <a:spcBef>
                <a:spcPts val="360"/>
              </a:spcBef>
              <a:spcAft>
                <a:spcPts val="0"/>
              </a:spcAft>
              <a:buNone/>
            </a:pPr>
            <a:r>
              <a:t/>
            </a:r>
            <a:endParaRPr/>
          </a:p>
        </p:txBody>
      </p:sp>
      <p:sp>
        <p:nvSpPr>
          <p:cNvPr id="283" name="Google Shape;283;p29:notes"/>
          <p:cNvSpPr/>
          <p:nvPr>
            <p:ph idx="2" type="sldImg"/>
          </p:nvPr>
        </p:nvSpPr>
        <p:spPr>
          <a:xfrm>
            <a:off x="1196975" y="703263"/>
            <a:ext cx="4683125" cy="35115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p30:notes"/>
          <p:cNvSpPr txBox="1"/>
          <p:nvPr>
            <p:ph idx="1" type="body"/>
          </p:nvPr>
        </p:nvSpPr>
        <p:spPr>
          <a:xfrm>
            <a:off x="942434" y="4447781"/>
            <a:ext cx="5192210" cy="4212424"/>
          </a:xfrm>
          <a:prstGeom prst="rect">
            <a:avLst/>
          </a:prstGeom>
        </p:spPr>
        <p:txBody>
          <a:bodyPr anchorCtr="0" anchor="t" bIns="46950" lIns="93925" spcFirstLastPara="1" rIns="93925" wrap="square" tIns="46950">
            <a:noAutofit/>
          </a:bodyPr>
          <a:lstStyle/>
          <a:p>
            <a:pPr indent="0" lvl="0" marL="0" rtl="0" algn="l">
              <a:spcBef>
                <a:spcPts val="360"/>
              </a:spcBef>
              <a:spcAft>
                <a:spcPts val="0"/>
              </a:spcAft>
              <a:buNone/>
            </a:pPr>
            <a:r>
              <a:t/>
            </a:r>
            <a:endParaRPr/>
          </a:p>
        </p:txBody>
      </p:sp>
      <p:sp>
        <p:nvSpPr>
          <p:cNvPr id="290" name="Google Shape;290;p30:notes"/>
          <p:cNvSpPr/>
          <p:nvPr>
            <p:ph idx="2" type="sldImg"/>
          </p:nvPr>
        </p:nvSpPr>
        <p:spPr>
          <a:xfrm>
            <a:off x="1196975" y="703263"/>
            <a:ext cx="4683125" cy="35115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p31:notes"/>
          <p:cNvSpPr txBox="1"/>
          <p:nvPr>
            <p:ph idx="1" type="body"/>
          </p:nvPr>
        </p:nvSpPr>
        <p:spPr>
          <a:xfrm>
            <a:off x="942434" y="4447781"/>
            <a:ext cx="5192210" cy="4212424"/>
          </a:xfrm>
          <a:prstGeom prst="rect">
            <a:avLst/>
          </a:prstGeom>
        </p:spPr>
        <p:txBody>
          <a:bodyPr anchorCtr="0" anchor="t" bIns="46950" lIns="93925" spcFirstLastPara="1" rIns="93925" wrap="square" tIns="46950">
            <a:noAutofit/>
          </a:bodyPr>
          <a:lstStyle/>
          <a:p>
            <a:pPr indent="0" lvl="0" marL="0" rtl="0" algn="l">
              <a:spcBef>
                <a:spcPts val="360"/>
              </a:spcBef>
              <a:spcAft>
                <a:spcPts val="0"/>
              </a:spcAft>
              <a:buNone/>
            </a:pPr>
            <a:r>
              <a:t/>
            </a:r>
            <a:endParaRPr/>
          </a:p>
        </p:txBody>
      </p:sp>
      <p:sp>
        <p:nvSpPr>
          <p:cNvPr id="297" name="Google Shape;297;p31:notes"/>
          <p:cNvSpPr/>
          <p:nvPr>
            <p:ph idx="2" type="sldImg"/>
          </p:nvPr>
        </p:nvSpPr>
        <p:spPr>
          <a:xfrm>
            <a:off x="1196975" y="703263"/>
            <a:ext cx="4683125" cy="35115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www.db-book.com/" TargetMode="External"/><Relationship Id="rId3" Type="http://schemas.openxmlformats.org/officeDocument/2006/relationships/image" Target="../media/image13.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p:cSld name="Title Slide">
    <p:spTree>
      <p:nvGrpSpPr>
        <p:cNvPr id="18" name="Shape 18"/>
        <p:cNvGrpSpPr/>
        <p:nvPr/>
      </p:nvGrpSpPr>
      <p:grpSpPr>
        <a:xfrm>
          <a:off x="0" y="0"/>
          <a:ext cx="0" cy="0"/>
          <a:chOff x="0" y="0"/>
          <a:chExt cx="0" cy="0"/>
        </a:xfrm>
      </p:grpSpPr>
      <p:sp>
        <p:nvSpPr>
          <p:cNvPr id="19" name="Google Shape;19;p2"/>
          <p:cNvSpPr txBox="1"/>
          <p:nvPr/>
        </p:nvSpPr>
        <p:spPr>
          <a:xfrm>
            <a:off x="2674938" y="5726113"/>
            <a:ext cx="3694112" cy="79375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600">
                <a:solidFill>
                  <a:srgbClr val="002060"/>
                </a:solidFill>
                <a:latin typeface="Helvetica Neue"/>
                <a:ea typeface="Helvetica Neue"/>
                <a:cs typeface="Helvetica Neue"/>
                <a:sym typeface="Helvetica Neue"/>
              </a:rPr>
              <a:t>Database System Concepts, 7</a:t>
            </a:r>
            <a:r>
              <a:rPr b="1" baseline="30000" lang="en-US" sz="1600">
                <a:solidFill>
                  <a:srgbClr val="002060"/>
                </a:solidFill>
                <a:latin typeface="Helvetica Neue"/>
                <a:ea typeface="Helvetica Neue"/>
                <a:cs typeface="Helvetica Neue"/>
                <a:sym typeface="Helvetica Neue"/>
              </a:rPr>
              <a:t>th</a:t>
            </a:r>
            <a:r>
              <a:rPr b="1" lang="en-US" sz="1600">
                <a:solidFill>
                  <a:srgbClr val="002060"/>
                </a:solidFill>
                <a:latin typeface="Helvetica Neue"/>
                <a:ea typeface="Helvetica Neue"/>
                <a:cs typeface="Helvetica Neue"/>
                <a:sym typeface="Helvetica Neue"/>
              </a:rPr>
              <a:t> Ed</a:t>
            </a:r>
            <a:r>
              <a:rPr lang="en-US" sz="1600">
                <a:solidFill>
                  <a:srgbClr val="002060"/>
                </a:solidFill>
                <a:latin typeface="Helvetica Neue"/>
                <a:ea typeface="Helvetica Neue"/>
                <a:cs typeface="Helvetica Neue"/>
                <a:sym typeface="Helvetica Neue"/>
              </a:rPr>
              <a:t>.</a:t>
            </a:r>
            <a:endParaRPr/>
          </a:p>
          <a:p>
            <a:pPr indent="0" lvl="0" marL="0" marR="0" rtl="0" algn="ctr">
              <a:spcBef>
                <a:spcPts val="600"/>
              </a:spcBef>
              <a:spcAft>
                <a:spcPts val="0"/>
              </a:spcAft>
              <a:buNone/>
            </a:pPr>
            <a:r>
              <a:rPr b="1" lang="en-US" sz="1200">
                <a:solidFill>
                  <a:srgbClr val="002060"/>
                </a:solidFill>
                <a:latin typeface="Helvetica Neue"/>
                <a:ea typeface="Helvetica Neue"/>
                <a:cs typeface="Helvetica Neue"/>
                <a:sym typeface="Helvetica Neue"/>
              </a:rPr>
              <a:t>©Silberschatz, Korth and Sudarshan</a:t>
            </a:r>
            <a:br>
              <a:rPr b="1" lang="en-US" sz="1200">
                <a:solidFill>
                  <a:srgbClr val="002060"/>
                </a:solidFill>
                <a:latin typeface="Helvetica Neue"/>
                <a:ea typeface="Helvetica Neue"/>
                <a:cs typeface="Helvetica Neue"/>
                <a:sym typeface="Helvetica Neue"/>
              </a:rPr>
            </a:br>
            <a:r>
              <a:rPr b="1" lang="en-US" sz="1200">
                <a:solidFill>
                  <a:srgbClr val="002060"/>
                </a:solidFill>
                <a:latin typeface="Helvetica Neue"/>
                <a:ea typeface="Helvetica Neue"/>
                <a:cs typeface="Helvetica Neue"/>
                <a:sym typeface="Helvetica Neue"/>
              </a:rPr>
              <a:t>See </a:t>
            </a:r>
            <a:r>
              <a:rPr b="1" lang="en-US" sz="1200" u="sng">
                <a:solidFill>
                  <a:schemeClr val="hlink"/>
                </a:solidFill>
                <a:latin typeface="Helvetica Neue"/>
                <a:ea typeface="Helvetica Neue"/>
                <a:cs typeface="Helvetica Neue"/>
                <a:sym typeface="Helvetica Neue"/>
                <a:hlinkClick r:id="rId2"/>
              </a:rPr>
              <a:t>www.db-book.com</a:t>
            </a:r>
            <a:r>
              <a:rPr b="1" lang="en-US" sz="1200">
                <a:solidFill>
                  <a:srgbClr val="002060"/>
                </a:solidFill>
                <a:latin typeface="Helvetica Neue"/>
                <a:ea typeface="Helvetica Neue"/>
                <a:cs typeface="Helvetica Neue"/>
                <a:sym typeface="Helvetica Neue"/>
              </a:rPr>
              <a:t> for conditions on re-use </a:t>
            </a:r>
            <a:endParaRPr/>
          </a:p>
        </p:txBody>
      </p:sp>
      <p:sp>
        <p:nvSpPr>
          <p:cNvPr id="20" name="Google Shape;20;p2"/>
          <p:cNvSpPr txBox="1"/>
          <p:nvPr>
            <p:ph type="ctrTitle"/>
          </p:nvPr>
        </p:nvSpPr>
        <p:spPr>
          <a:xfrm>
            <a:off x="685800" y="2286000"/>
            <a:ext cx="7772400" cy="1143000"/>
          </a:xfrm>
          <a:prstGeom prst="rect">
            <a:avLst/>
          </a:prstGeom>
          <a:noFill/>
          <a:ln>
            <a:noFill/>
          </a:ln>
        </p:spPr>
        <p:txBody>
          <a:bodyPr anchorCtr="0" anchor="b" bIns="45700" lIns="91425" spcFirstLastPara="1" rIns="91425" wrap="square" tIns="45700">
            <a:noAutofit/>
          </a:bodyPr>
          <a:lstStyle>
            <a:lvl1pPr lvl="0" algn="ctr">
              <a:spcBef>
                <a:spcPts val="0"/>
              </a:spcBef>
              <a:spcAft>
                <a:spcPts val="0"/>
              </a:spcAft>
              <a:buSzPts val="1400"/>
              <a:buNone/>
              <a:defRPr>
                <a:solidFill>
                  <a:srgbClr val="002060"/>
                </a:solidFill>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21" name="Google Shape;21;p2"/>
          <p:cNvSpPr txBox="1"/>
          <p:nvPr>
            <p:ph idx="12" type="sldNum"/>
          </p:nvPr>
        </p:nvSpPr>
        <p:spPr>
          <a:xfrm>
            <a:off x="6596063" y="6218238"/>
            <a:ext cx="1905000" cy="457200"/>
          </a:xfrm>
          <a:prstGeom prst="rect">
            <a:avLst/>
          </a:prstGeom>
          <a:noFill/>
          <a:ln>
            <a:noFill/>
          </a:ln>
        </p:spPr>
        <p:txBody>
          <a:bodyPr anchorCtr="0" anchor="t" bIns="45700" lIns="91425" spcFirstLastPara="1" rIns="91425" wrap="square" tIns="45700">
            <a:noAutofit/>
          </a:bodyPr>
          <a:lstStyle>
            <a:lvl1pPr indent="0" lvl="0" marL="0" marR="0" algn="r">
              <a:spcBef>
                <a:spcPts val="0"/>
              </a:spcBef>
              <a:spcAft>
                <a:spcPts val="0"/>
              </a:spcAft>
              <a:buNone/>
              <a:defRPr sz="1400">
                <a:solidFill>
                  <a:srgbClr val="578963"/>
                </a:solidFill>
                <a:latin typeface="Times New Roman"/>
                <a:ea typeface="Times New Roman"/>
                <a:cs typeface="Times New Roman"/>
                <a:sym typeface="Times New Roman"/>
              </a:defRPr>
            </a:lvl1pPr>
            <a:lvl2pPr indent="0" lvl="1" marL="0" marR="0" algn="r">
              <a:spcBef>
                <a:spcPts val="0"/>
              </a:spcBef>
              <a:spcAft>
                <a:spcPts val="0"/>
              </a:spcAft>
              <a:buNone/>
              <a:defRPr sz="1400">
                <a:solidFill>
                  <a:srgbClr val="578963"/>
                </a:solidFill>
                <a:latin typeface="Times New Roman"/>
                <a:ea typeface="Times New Roman"/>
                <a:cs typeface="Times New Roman"/>
                <a:sym typeface="Times New Roman"/>
              </a:defRPr>
            </a:lvl2pPr>
            <a:lvl3pPr indent="0" lvl="2" marL="0" marR="0" algn="r">
              <a:spcBef>
                <a:spcPts val="0"/>
              </a:spcBef>
              <a:spcAft>
                <a:spcPts val="0"/>
              </a:spcAft>
              <a:buNone/>
              <a:defRPr sz="1400">
                <a:solidFill>
                  <a:srgbClr val="578963"/>
                </a:solidFill>
                <a:latin typeface="Times New Roman"/>
                <a:ea typeface="Times New Roman"/>
                <a:cs typeface="Times New Roman"/>
                <a:sym typeface="Times New Roman"/>
              </a:defRPr>
            </a:lvl3pPr>
            <a:lvl4pPr indent="0" lvl="3" marL="0" marR="0" algn="r">
              <a:spcBef>
                <a:spcPts val="0"/>
              </a:spcBef>
              <a:spcAft>
                <a:spcPts val="0"/>
              </a:spcAft>
              <a:buNone/>
              <a:defRPr sz="1400">
                <a:solidFill>
                  <a:srgbClr val="578963"/>
                </a:solidFill>
                <a:latin typeface="Times New Roman"/>
                <a:ea typeface="Times New Roman"/>
                <a:cs typeface="Times New Roman"/>
                <a:sym typeface="Times New Roman"/>
              </a:defRPr>
            </a:lvl4pPr>
            <a:lvl5pPr indent="0" lvl="4" marL="0" marR="0" algn="r">
              <a:spcBef>
                <a:spcPts val="0"/>
              </a:spcBef>
              <a:spcAft>
                <a:spcPts val="0"/>
              </a:spcAft>
              <a:buNone/>
              <a:defRPr sz="1400">
                <a:solidFill>
                  <a:srgbClr val="578963"/>
                </a:solidFill>
                <a:latin typeface="Times New Roman"/>
                <a:ea typeface="Times New Roman"/>
                <a:cs typeface="Times New Roman"/>
                <a:sym typeface="Times New Roman"/>
              </a:defRPr>
            </a:lvl5pPr>
            <a:lvl6pPr indent="0" lvl="5" marL="0" marR="0" algn="r">
              <a:spcBef>
                <a:spcPts val="0"/>
              </a:spcBef>
              <a:spcAft>
                <a:spcPts val="0"/>
              </a:spcAft>
              <a:buNone/>
              <a:defRPr sz="1400">
                <a:solidFill>
                  <a:srgbClr val="578963"/>
                </a:solidFill>
                <a:latin typeface="Times New Roman"/>
                <a:ea typeface="Times New Roman"/>
                <a:cs typeface="Times New Roman"/>
                <a:sym typeface="Times New Roman"/>
              </a:defRPr>
            </a:lvl6pPr>
            <a:lvl7pPr indent="0" lvl="6" marL="0" marR="0" algn="r">
              <a:spcBef>
                <a:spcPts val="0"/>
              </a:spcBef>
              <a:spcAft>
                <a:spcPts val="0"/>
              </a:spcAft>
              <a:buNone/>
              <a:defRPr sz="1400">
                <a:solidFill>
                  <a:srgbClr val="578963"/>
                </a:solidFill>
                <a:latin typeface="Times New Roman"/>
                <a:ea typeface="Times New Roman"/>
                <a:cs typeface="Times New Roman"/>
                <a:sym typeface="Times New Roman"/>
              </a:defRPr>
            </a:lvl7pPr>
            <a:lvl8pPr indent="0" lvl="7" marL="0" marR="0" algn="r">
              <a:spcBef>
                <a:spcPts val="0"/>
              </a:spcBef>
              <a:spcAft>
                <a:spcPts val="0"/>
              </a:spcAft>
              <a:buNone/>
              <a:defRPr sz="1400">
                <a:solidFill>
                  <a:srgbClr val="578963"/>
                </a:solidFill>
                <a:latin typeface="Times New Roman"/>
                <a:ea typeface="Times New Roman"/>
                <a:cs typeface="Times New Roman"/>
                <a:sym typeface="Times New Roman"/>
              </a:defRPr>
            </a:lvl8pPr>
            <a:lvl9pPr indent="0" lvl="8" marL="0" marR="0" algn="r">
              <a:spcBef>
                <a:spcPts val="0"/>
              </a:spcBef>
              <a:spcAft>
                <a:spcPts val="0"/>
              </a:spcAft>
              <a:buNone/>
              <a:defRPr sz="1400">
                <a:solidFill>
                  <a:srgbClr val="578963"/>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pic>
        <p:nvPicPr>
          <p:cNvPr descr="Cover-6Ed" id="22" name="Google Shape;22;p2"/>
          <p:cNvPicPr preferRelativeResize="0"/>
          <p:nvPr/>
        </p:nvPicPr>
        <p:blipFill rotWithShape="1">
          <a:blip r:embed="rId3">
            <a:alphaModFix/>
          </a:blip>
          <a:srcRect b="0" l="0" r="0" t="0"/>
          <a:stretch/>
        </p:blipFill>
        <p:spPr>
          <a:xfrm>
            <a:off x="-4156" y="0"/>
            <a:ext cx="1331269" cy="1700213"/>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3" name="Shape 23"/>
        <p:cNvGrpSpPr/>
        <p:nvPr/>
      </p:nvGrpSpPr>
      <p:grpSpPr>
        <a:xfrm>
          <a:off x="0" y="0"/>
          <a:ext cx="0" cy="0"/>
          <a:chOff x="0" y="0"/>
          <a:chExt cx="0" cy="0"/>
        </a:xfrm>
      </p:grpSpPr>
      <p:sp>
        <p:nvSpPr>
          <p:cNvPr id="24" name="Google Shape;24;p3"/>
          <p:cNvSpPr txBox="1"/>
          <p:nvPr>
            <p:ph type="title"/>
          </p:nvPr>
        </p:nvSpPr>
        <p:spPr>
          <a:xfrm>
            <a:off x="768350" y="117475"/>
            <a:ext cx="8077200" cy="609600"/>
          </a:xfrm>
          <a:prstGeom prst="rect">
            <a:avLst/>
          </a:prstGeom>
          <a:noFill/>
          <a:ln>
            <a:noFill/>
          </a:ln>
        </p:spPr>
        <p:txBody>
          <a:bodyPr anchorCtr="0" anchor="b"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25" name="Google Shape;25;p3"/>
          <p:cNvSpPr txBox="1"/>
          <p:nvPr>
            <p:ph idx="1" type="body"/>
          </p:nvPr>
        </p:nvSpPr>
        <p:spPr>
          <a:xfrm>
            <a:off x="814388" y="1093788"/>
            <a:ext cx="7661275" cy="4903787"/>
          </a:xfrm>
          <a:prstGeom prst="rect">
            <a:avLst/>
          </a:prstGeom>
          <a:noFill/>
          <a:ln>
            <a:noFill/>
          </a:ln>
        </p:spPr>
        <p:txBody>
          <a:bodyPr anchorCtr="0" anchor="t" bIns="45700" lIns="91425" spcFirstLastPara="1" rIns="91425" wrap="square" tIns="45700">
            <a:noAutofit/>
          </a:bodyPr>
          <a:lstStyle>
            <a:lvl1pPr indent="-358140" lvl="0" marL="457200" algn="l">
              <a:spcBef>
                <a:spcPts val="595"/>
              </a:spcBef>
              <a:spcAft>
                <a:spcPts val="0"/>
              </a:spcAft>
              <a:buSzPts val="2040"/>
              <a:buFont typeface="Noto Sans Symbols"/>
              <a:buChar char="▪"/>
              <a:defRPr/>
            </a:lvl1pPr>
            <a:lvl2pPr indent="-347344" lvl="1" marL="914400" algn="l">
              <a:spcBef>
                <a:spcPts val="595"/>
              </a:spcBef>
              <a:spcAft>
                <a:spcPts val="0"/>
              </a:spcAft>
              <a:buSzPts val="1870"/>
              <a:buFont typeface="Arial"/>
              <a:buChar char="•"/>
              <a:defRPr/>
            </a:lvl2pPr>
            <a:lvl3pPr indent="-320357" lvl="2" marL="1371600" algn="l">
              <a:spcBef>
                <a:spcPts val="595"/>
              </a:spcBef>
              <a:spcAft>
                <a:spcPts val="0"/>
              </a:spcAft>
              <a:buSzPts val="1445"/>
              <a:buFont typeface="Noto Sans Symbols"/>
              <a:buChar char="▪"/>
              <a:defRPr/>
            </a:lvl3pPr>
            <a:lvl4pPr indent="-336550" lvl="3" marL="1828800" algn="l">
              <a:spcBef>
                <a:spcPts val="595"/>
              </a:spcBef>
              <a:spcAft>
                <a:spcPts val="0"/>
              </a:spcAft>
              <a:buSzPts val="1700"/>
              <a:buFont typeface="Arial"/>
              <a:buChar char="•"/>
              <a:defRPr/>
            </a:lvl4pPr>
            <a:lvl5pPr indent="-309562" lvl="4" marL="2286000" algn="l">
              <a:spcBef>
                <a:spcPts val="595"/>
              </a:spcBef>
              <a:spcAft>
                <a:spcPts val="0"/>
              </a:spcAft>
              <a:buSzPts val="1275"/>
              <a:buFont typeface="Noto Sans Symbols"/>
              <a:buChar char="▪"/>
              <a:defRPr/>
            </a:lvl5pPr>
            <a:lvl6pPr indent="-314325" lvl="5" marL="2743200" algn="l">
              <a:spcBef>
                <a:spcPts val="630"/>
              </a:spcBef>
              <a:spcAft>
                <a:spcPts val="0"/>
              </a:spcAft>
              <a:buSzPts val="1350"/>
              <a:buChar char="»"/>
              <a:defRPr/>
            </a:lvl6pPr>
            <a:lvl7pPr indent="-314325" lvl="6" marL="3200400" algn="l">
              <a:spcBef>
                <a:spcPts val="630"/>
              </a:spcBef>
              <a:spcAft>
                <a:spcPts val="0"/>
              </a:spcAft>
              <a:buSzPts val="1350"/>
              <a:buChar char="»"/>
              <a:defRPr/>
            </a:lvl7pPr>
            <a:lvl8pPr indent="-314325" lvl="7" marL="3657600" algn="l">
              <a:spcBef>
                <a:spcPts val="630"/>
              </a:spcBef>
              <a:spcAft>
                <a:spcPts val="0"/>
              </a:spcAft>
              <a:buSzPts val="1350"/>
              <a:buChar char="»"/>
              <a:defRPr/>
            </a:lvl8pPr>
            <a:lvl9pPr indent="-314325" lvl="8" marL="4114800" algn="l">
              <a:spcBef>
                <a:spcPts val="630"/>
              </a:spcBef>
              <a:spcAft>
                <a:spcPts val="0"/>
              </a:spcAft>
              <a:buSzPts val="1350"/>
              <a:buChar char="»"/>
              <a:defRPr/>
            </a:lvl9pPr>
          </a:lstStyle>
          <a:p/>
        </p:txBody>
      </p:sp>
      <p:sp>
        <p:nvSpPr>
          <p:cNvPr id="26" name="Google Shape;26;p3"/>
          <p:cNvSpPr txBox="1"/>
          <p:nvPr>
            <p:ph idx="12" type="sldNum"/>
          </p:nvPr>
        </p:nvSpPr>
        <p:spPr>
          <a:xfrm>
            <a:off x="6570663" y="6257199"/>
            <a:ext cx="1905000" cy="457200"/>
          </a:xfrm>
          <a:prstGeom prst="rect">
            <a:avLst/>
          </a:prstGeom>
          <a:noFill/>
          <a:ln>
            <a:noFill/>
          </a:ln>
        </p:spPr>
        <p:txBody>
          <a:bodyPr anchorCtr="0" anchor="t" bIns="45700" lIns="91425" spcFirstLastPara="1" rIns="91425" wrap="square" tIns="45700">
            <a:noAutofit/>
          </a:bodyPr>
          <a:lstStyle>
            <a:lvl1pPr indent="0" lvl="0" marL="0" marR="0" algn="r">
              <a:spcBef>
                <a:spcPts val="0"/>
              </a:spcBef>
              <a:spcAft>
                <a:spcPts val="0"/>
              </a:spcAft>
              <a:buNone/>
              <a:defRPr sz="1400">
                <a:solidFill>
                  <a:schemeClr val="lt2"/>
                </a:solidFill>
                <a:latin typeface="Times New Roman"/>
                <a:ea typeface="Times New Roman"/>
                <a:cs typeface="Times New Roman"/>
                <a:sym typeface="Times New Roman"/>
              </a:defRPr>
            </a:lvl1pPr>
            <a:lvl2pPr indent="0" lvl="1" marL="0" marR="0" algn="r">
              <a:spcBef>
                <a:spcPts val="0"/>
              </a:spcBef>
              <a:spcAft>
                <a:spcPts val="0"/>
              </a:spcAft>
              <a:buNone/>
              <a:defRPr sz="1400">
                <a:solidFill>
                  <a:schemeClr val="lt2"/>
                </a:solidFill>
                <a:latin typeface="Times New Roman"/>
                <a:ea typeface="Times New Roman"/>
                <a:cs typeface="Times New Roman"/>
                <a:sym typeface="Times New Roman"/>
              </a:defRPr>
            </a:lvl2pPr>
            <a:lvl3pPr indent="0" lvl="2" marL="0" marR="0" algn="r">
              <a:spcBef>
                <a:spcPts val="0"/>
              </a:spcBef>
              <a:spcAft>
                <a:spcPts val="0"/>
              </a:spcAft>
              <a:buNone/>
              <a:defRPr sz="1400">
                <a:solidFill>
                  <a:schemeClr val="lt2"/>
                </a:solidFill>
                <a:latin typeface="Times New Roman"/>
                <a:ea typeface="Times New Roman"/>
                <a:cs typeface="Times New Roman"/>
                <a:sym typeface="Times New Roman"/>
              </a:defRPr>
            </a:lvl3pPr>
            <a:lvl4pPr indent="0" lvl="3" marL="0" marR="0" algn="r">
              <a:spcBef>
                <a:spcPts val="0"/>
              </a:spcBef>
              <a:spcAft>
                <a:spcPts val="0"/>
              </a:spcAft>
              <a:buNone/>
              <a:defRPr sz="1400">
                <a:solidFill>
                  <a:schemeClr val="lt2"/>
                </a:solidFill>
                <a:latin typeface="Times New Roman"/>
                <a:ea typeface="Times New Roman"/>
                <a:cs typeface="Times New Roman"/>
                <a:sym typeface="Times New Roman"/>
              </a:defRPr>
            </a:lvl4pPr>
            <a:lvl5pPr indent="0" lvl="4" marL="0" marR="0" algn="r">
              <a:spcBef>
                <a:spcPts val="0"/>
              </a:spcBef>
              <a:spcAft>
                <a:spcPts val="0"/>
              </a:spcAft>
              <a:buNone/>
              <a:defRPr sz="1400">
                <a:solidFill>
                  <a:schemeClr val="lt2"/>
                </a:solidFill>
                <a:latin typeface="Times New Roman"/>
                <a:ea typeface="Times New Roman"/>
                <a:cs typeface="Times New Roman"/>
                <a:sym typeface="Times New Roman"/>
              </a:defRPr>
            </a:lvl5pPr>
            <a:lvl6pPr indent="0" lvl="5" marL="0" marR="0" algn="r">
              <a:spcBef>
                <a:spcPts val="0"/>
              </a:spcBef>
              <a:spcAft>
                <a:spcPts val="0"/>
              </a:spcAft>
              <a:buNone/>
              <a:defRPr sz="1400">
                <a:solidFill>
                  <a:schemeClr val="lt2"/>
                </a:solidFill>
                <a:latin typeface="Times New Roman"/>
                <a:ea typeface="Times New Roman"/>
                <a:cs typeface="Times New Roman"/>
                <a:sym typeface="Times New Roman"/>
              </a:defRPr>
            </a:lvl6pPr>
            <a:lvl7pPr indent="0" lvl="6" marL="0" marR="0" algn="r">
              <a:spcBef>
                <a:spcPts val="0"/>
              </a:spcBef>
              <a:spcAft>
                <a:spcPts val="0"/>
              </a:spcAft>
              <a:buNone/>
              <a:defRPr sz="1400">
                <a:solidFill>
                  <a:schemeClr val="lt2"/>
                </a:solidFill>
                <a:latin typeface="Times New Roman"/>
                <a:ea typeface="Times New Roman"/>
                <a:cs typeface="Times New Roman"/>
                <a:sym typeface="Times New Roman"/>
              </a:defRPr>
            </a:lvl7pPr>
            <a:lvl8pPr indent="0" lvl="7" marL="0" marR="0" algn="r">
              <a:spcBef>
                <a:spcPts val="0"/>
              </a:spcBef>
              <a:spcAft>
                <a:spcPts val="0"/>
              </a:spcAft>
              <a:buNone/>
              <a:defRPr sz="1400">
                <a:solidFill>
                  <a:schemeClr val="lt2"/>
                </a:solidFill>
                <a:latin typeface="Times New Roman"/>
                <a:ea typeface="Times New Roman"/>
                <a:cs typeface="Times New Roman"/>
                <a:sym typeface="Times New Roman"/>
              </a:defRPr>
            </a:lvl8pPr>
            <a:lvl9pPr indent="0" lvl="8" marL="0" marR="0" algn="r">
              <a:spcBef>
                <a:spcPts val="0"/>
              </a:spcBef>
              <a:spcAft>
                <a:spcPts val="0"/>
              </a:spcAft>
              <a:buNone/>
              <a:defRPr sz="1400">
                <a:solidFill>
                  <a:schemeClr val="lt2"/>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7" name="Shape 27"/>
        <p:cNvGrpSpPr/>
        <p:nvPr/>
      </p:nvGrpSpPr>
      <p:grpSpPr>
        <a:xfrm>
          <a:off x="0" y="0"/>
          <a:ext cx="0" cy="0"/>
          <a:chOff x="0" y="0"/>
          <a:chExt cx="0" cy="0"/>
        </a:xfrm>
      </p:grpSpPr>
      <p:sp>
        <p:nvSpPr>
          <p:cNvPr id="28" name="Google Shape;28;p4"/>
          <p:cNvSpPr txBox="1"/>
          <p:nvPr>
            <p:ph type="title"/>
          </p:nvPr>
        </p:nvSpPr>
        <p:spPr>
          <a:xfrm>
            <a:off x="768350" y="117475"/>
            <a:ext cx="8077200" cy="609600"/>
          </a:xfrm>
          <a:prstGeom prst="rect">
            <a:avLst/>
          </a:prstGeom>
          <a:noFill/>
          <a:ln>
            <a:noFill/>
          </a:ln>
        </p:spPr>
        <p:txBody>
          <a:bodyPr anchorCtr="0" anchor="b"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29" name="Google Shape;29;p4"/>
          <p:cNvSpPr txBox="1"/>
          <p:nvPr>
            <p:ph idx="12" type="sldNum"/>
          </p:nvPr>
        </p:nvSpPr>
        <p:spPr>
          <a:xfrm>
            <a:off x="6553200" y="6400800"/>
            <a:ext cx="1905000" cy="457200"/>
          </a:xfrm>
          <a:prstGeom prst="rect">
            <a:avLst/>
          </a:prstGeom>
          <a:noFill/>
          <a:ln>
            <a:noFill/>
          </a:ln>
        </p:spPr>
        <p:txBody>
          <a:bodyPr anchorCtr="0" anchor="t" bIns="45700" lIns="91425" spcFirstLastPara="1" rIns="91425" wrap="square" tIns="45700">
            <a:noAutofit/>
          </a:bodyPr>
          <a:lstStyle>
            <a:lvl1pPr indent="0" lvl="0" marL="0" marR="0" algn="r">
              <a:spcBef>
                <a:spcPts val="0"/>
              </a:spcBef>
              <a:spcAft>
                <a:spcPts val="0"/>
              </a:spcAft>
              <a:buNone/>
              <a:defRPr sz="1400">
                <a:solidFill>
                  <a:schemeClr val="lt2"/>
                </a:solidFill>
                <a:latin typeface="Times New Roman"/>
                <a:ea typeface="Times New Roman"/>
                <a:cs typeface="Times New Roman"/>
                <a:sym typeface="Times New Roman"/>
              </a:defRPr>
            </a:lvl1pPr>
            <a:lvl2pPr indent="0" lvl="1" marL="0" marR="0" algn="r">
              <a:spcBef>
                <a:spcPts val="0"/>
              </a:spcBef>
              <a:spcAft>
                <a:spcPts val="0"/>
              </a:spcAft>
              <a:buNone/>
              <a:defRPr sz="1400">
                <a:solidFill>
                  <a:schemeClr val="lt2"/>
                </a:solidFill>
                <a:latin typeface="Times New Roman"/>
                <a:ea typeface="Times New Roman"/>
                <a:cs typeface="Times New Roman"/>
                <a:sym typeface="Times New Roman"/>
              </a:defRPr>
            </a:lvl2pPr>
            <a:lvl3pPr indent="0" lvl="2" marL="0" marR="0" algn="r">
              <a:spcBef>
                <a:spcPts val="0"/>
              </a:spcBef>
              <a:spcAft>
                <a:spcPts val="0"/>
              </a:spcAft>
              <a:buNone/>
              <a:defRPr sz="1400">
                <a:solidFill>
                  <a:schemeClr val="lt2"/>
                </a:solidFill>
                <a:latin typeface="Times New Roman"/>
                <a:ea typeface="Times New Roman"/>
                <a:cs typeface="Times New Roman"/>
                <a:sym typeface="Times New Roman"/>
              </a:defRPr>
            </a:lvl3pPr>
            <a:lvl4pPr indent="0" lvl="3" marL="0" marR="0" algn="r">
              <a:spcBef>
                <a:spcPts val="0"/>
              </a:spcBef>
              <a:spcAft>
                <a:spcPts val="0"/>
              </a:spcAft>
              <a:buNone/>
              <a:defRPr sz="1400">
                <a:solidFill>
                  <a:schemeClr val="lt2"/>
                </a:solidFill>
                <a:latin typeface="Times New Roman"/>
                <a:ea typeface="Times New Roman"/>
                <a:cs typeface="Times New Roman"/>
                <a:sym typeface="Times New Roman"/>
              </a:defRPr>
            </a:lvl4pPr>
            <a:lvl5pPr indent="0" lvl="4" marL="0" marR="0" algn="r">
              <a:spcBef>
                <a:spcPts val="0"/>
              </a:spcBef>
              <a:spcAft>
                <a:spcPts val="0"/>
              </a:spcAft>
              <a:buNone/>
              <a:defRPr sz="1400">
                <a:solidFill>
                  <a:schemeClr val="lt2"/>
                </a:solidFill>
                <a:latin typeface="Times New Roman"/>
                <a:ea typeface="Times New Roman"/>
                <a:cs typeface="Times New Roman"/>
                <a:sym typeface="Times New Roman"/>
              </a:defRPr>
            </a:lvl5pPr>
            <a:lvl6pPr indent="0" lvl="5" marL="0" marR="0" algn="r">
              <a:spcBef>
                <a:spcPts val="0"/>
              </a:spcBef>
              <a:spcAft>
                <a:spcPts val="0"/>
              </a:spcAft>
              <a:buNone/>
              <a:defRPr sz="1400">
                <a:solidFill>
                  <a:schemeClr val="lt2"/>
                </a:solidFill>
                <a:latin typeface="Times New Roman"/>
                <a:ea typeface="Times New Roman"/>
                <a:cs typeface="Times New Roman"/>
                <a:sym typeface="Times New Roman"/>
              </a:defRPr>
            </a:lvl6pPr>
            <a:lvl7pPr indent="0" lvl="6" marL="0" marR="0" algn="r">
              <a:spcBef>
                <a:spcPts val="0"/>
              </a:spcBef>
              <a:spcAft>
                <a:spcPts val="0"/>
              </a:spcAft>
              <a:buNone/>
              <a:defRPr sz="1400">
                <a:solidFill>
                  <a:schemeClr val="lt2"/>
                </a:solidFill>
                <a:latin typeface="Times New Roman"/>
                <a:ea typeface="Times New Roman"/>
                <a:cs typeface="Times New Roman"/>
                <a:sym typeface="Times New Roman"/>
              </a:defRPr>
            </a:lvl7pPr>
            <a:lvl8pPr indent="0" lvl="7" marL="0" marR="0" algn="r">
              <a:spcBef>
                <a:spcPts val="0"/>
              </a:spcBef>
              <a:spcAft>
                <a:spcPts val="0"/>
              </a:spcAft>
              <a:buNone/>
              <a:defRPr sz="1400">
                <a:solidFill>
                  <a:schemeClr val="lt2"/>
                </a:solidFill>
                <a:latin typeface="Times New Roman"/>
                <a:ea typeface="Times New Roman"/>
                <a:cs typeface="Times New Roman"/>
                <a:sym typeface="Times New Roman"/>
              </a:defRPr>
            </a:lvl8pPr>
            <a:lvl9pPr indent="0" lvl="8" marL="0" marR="0" algn="r">
              <a:spcBef>
                <a:spcPts val="0"/>
              </a:spcBef>
              <a:spcAft>
                <a:spcPts val="0"/>
              </a:spcAft>
              <a:buNone/>
              <a:defRPr sz="1400">
                <a:solidFill>
                  <a:schemeClr val="lt2"/>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Slide" type="title">
  <p:cSld name="TITLE">
    <p:spTree>
      <p:nvGrpSpPr>
        <p:cNvPr id="30" name="Shape 30"/>
        <p:cNvGrpSpPr/>
        <p:nvPr/>
      </p:nvGrpSpPr>
      <p:grpSpPr>
        <a:xfrm>
          <a:off x="0" y="0"/>
          <a:ext cx="0" cy="0"/>
          <a:chOff x="0" y="0"/>
          <a:chExt cx="0" cy="0"/>
        </a:xfrm>
      </p:grpSpPr>
      <p:sp>
        <p:nvSpPr>
          <p:cNvPr id="31" name="Google Shape;31;p5"/>
          <p:cNvSpPr txBox="1"/>
          <p:nvPr>
            <p:ph type="ctrTitle"/>
          </p:nvPr>
        </p:nvSpPr>
        <p:spPr>
          <a:xfrm>
            <a:off x="685800" y="2130425"/>
            <a:ext cx="7772400" cy="1470025"/>
          </a:xfrm>
          <a:prstGeom prst="rect">
            <a:avLst/>
          </a:prstGeom>
          <a:noFill/>
          <a:ln>
            <a:noFill/>
          </a:ln>
        </p:spPr>
        <p:txBody>
          <a:bodyPr anchorCtr="0" anchor="b"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32" name="Google Shape;32;p5"/>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Autofit/>
          </a:bodyPr>
          <a:lstStyle>
            <a:lvl1pPr lvl="0" algn="ctr">
              <a:spcBef>
                <a:spcPts val="595"/>
              </a:spcBef>
              <a:spcAft>
                <a:spcPts val="0"/>
              </a:spcAft>
              <a:buSzPts val="1700"/>
              <a:buNone/>
              <a:defRPr/>
            </a:lvl1pPr>
            <a:lvl2pPr lvl="1" algn="ctr">
              <a:spcBef>
                <a:spcPts val="595"/>
              </a:spcBef>
              <a:spcAft>
                <a:spcPts val="0"/>
              </a:spcAft>
              <a:buSzPts val="1530"/>
              <a:buNone/>
              <a:defRPr/>
            </a:lvl2pPr>
            <a:lvl3pPr lvl="2" algn="ctr">
              <a:spcBef>
                <a:spcPts val="595"/>
              </a:spcBef>
              <a:spcAft>
                <a:spcPts val="0"/>
              </a:spcAft>
              <a:buSzPts val="1445"/>
              <a:buNone/>
              <a:defRPr/>
            </a:lvl3pPr>
            <a:lvl4pPr lvl="3" algn="ctr">
              <a:spcBef>
                <a:spcPts val="595"/>
              </a:spcBef>
              <a:spcAft>
                <a:spcPts val="0"/>
              </a:spcAft>
              <a:buSzPts val="1700"/>
              <a:buNone/>
              <a:defRPr/>
            </a:lvl4pPr>
            <a:lvl5pPr lvl="4" algn="ctr">
              <a:spcBef>
                <a:spcPts val="595"/>
              </a:spcBef>
              <a:spcAft>
                <a:spcPts val="0"/>
              </a:spcAft>
              <a:buSzPts val="1275"/>
              <a:buFont typeface="Helvetica Neue"/>
              <a:buNone/>
              <a:defRPr/>
            </a:lvl5pPr>
            <a:lvl6pPr lvl="5" algn="ctr">
              <a:spcBef>
                <a:spcPts val="630"/>
              </a:spcBef>
              <a:spcAft>
                <a:spcPts val="0"/>
              </a:spcAft>
              <a:buSzPts val="1350"/>
              <a:buFont typeface="Helvetica Neue"/>
              <a:buNone/>
              <a:defRPr/>
            </a:lvl6pPr>
            <a:lvl7pPr lvl="6" algn="ctr">
              <a:spcBef>
                <a:spcPts val="630"/>
              </a:spcBef>
              <a:spcAft>
                <a:spcPts val="0"/>
              </a:spcAft>
              <a:buSzPts val="1350"/>
              <a:buFont typeface="Helvetica Neue"/>
              <a:buNone/>
              <a:defRPr/>
            </a:lvl7pPr>
            <a:lvl8pPr lvl="7" algn="ctr">
              <a:spcBef>
                <a:spcPts val="630"/>
              </a:spcBef>
              <a:spcAft>
                <a:spcPts val="0"/>
              </a:spcAft>
              <a:buSzPts val="1350"/>
              <a:buFont typeface="Helvetica Neue"/>
              <a:buNone/>
              <a:defRPr/>
            </a:lvl8pPr>
            <a:lvl9pPr lvl="8" algn="ctr">
              <a:spcBef>
                <a:spcPts val="630"/>
              </a:spcBef>
              <a:spcAft>
                <a:spcPts val="0"/>
              </a:spcAft>
              <a:buSzPts val="1350"/>
              <a:buFont typeface="Helvetica Neue"/>
              <a:buNone/>
              <a:defRPr/>
            </a:lvl9pPr>
          </a:lstStyle>
          <a:p/>
        </p:txBody>
      </p:sp>
      <p:sp>
        <p:nvSpPr>
          <p:cNvPr id="33" name="Google Shape;33;p5"/>
          <p:cNvSpPr txBox="1"/>
          <p:nvPr>
            <p:ph idx="12" type="sldNum"/>
          </p:nvPr>
        </p:nvSpPr>
        <p:spPr>
          <a:xfrm>
            <a:off x="6553200" y="6400800"/>
            <a:ext cx="1905000" cy="457200"/>
          </a:xfrm>
          <a:prstGeom prst="rect">
            <a:avLst/>
          </a:prstGeom>
          <a:noFill/>
          <a:ln>
            <a:noFill/>
          </a:ln>
        </p:spPr>
        <p:txBody>
          <a:bodyPr anchorCtr="0" anchor="t" bIns="45700" lIns="91425" spcFirstLastPara="1" rIns="91425" wrap="square" tIns="45700">
            <a:noAutofit/>
          </a:bodyPr>
          <a:lstStyle>
            <a:lvl1pPr indent="0" lvl="0" marL="0" marR="0" algn="r">
              <a:spcBef>
                <a:spcPts val="0"/>
              </a:spcBef>
              <a:spcAft>
                <a:spcPts val="0"/>
              </a:spcAft>
              <a:buNone/>
              <a:defRPr sz="1400">
                <a:solidFill>
                  <a:schemeClr val="lt2"/>
                </a:solidFill>
                <a:latin typeface="Times New Roman"/>
                <a:ea typeface="Times New Roman"/>
                <a:cs typeface="Times New Roman"/>
                <a:sym typeface="Times New Roman"/>
              </a:defRPr>
            </a:lvl1pPr>
            <a:lvl2pPr indent="0" lvl="1" marL="0" marR="0" algn="r">
              <a:spcBef>
                <a:spcPts val="0"/>
              </a:spcBef>
              <a:spcAft>
                <a:spcPts val="0"/>
              </a:spcAft>
              <a:buNone/>
              <a:defRPr sz="1400">
                <a:solidFill>
                  <a:schemeClr val="lt2"/>
                </a:solidFill>
                <a:latin typeface="Times New Roman"/>
                <a:ea typeface="Times New Roman"/>
                <a:cs typeface="Times New Roman"/>
                <a:sym typeface="Times New Roman"/>
              </a:defRPr>
            </a:lvl2pPr>
            <a:lvl3pPr indent="0" lvl="2" marL="0" marR="0" algn="r">
              <a:spcBef>
                <a:spcPts val="0"/>
              </a:spcBef>
              <a:spcAft>
                <a:spcPts val="0"/>
              </a:spcAft>
              <a:buNone/>
              <a:defRPr sz="1400">
                <a:solidFill>
                  <a:schemeClr val="lt2"/>
                </a:solidFill>
                <a:latin typeface="Times New Roman"/>
                <a:ea typeface="Times New Roman"/>
                <a:cs typeface="Times New Roman"/>
                <a:sym typeface="Times New Roman"/>
              </a:defRPr>
            </a:lvl3pPr>
            <a:lvl4pPr indent="0" lvl="3" marL="0" marR="0" algn="r">
              <a:spcBef>
                <a:spcPts val="0"/>
              </a:spcBef>
              <a:spcAft>
                <a:spcPts val="0"/>
              </a:spcAft>
              <a:buNone/>
              <a:defRPr sz="1400">
                <a:solidFill>
                  <a:schemeClr val="lt2"/>
                </a:solidFill>
                <a:latin typeface="Times New Roman"/>
                <a:ea typeface="Times New Roman"/>
                <a:cs typeface="Times New Roman"/>
                <a:sym typeface="Times New Roman"/>
              </a:defRPr>
            </a:lvl4pPr>
            <a:lvl5pPr indent="0" lvl="4" marL="0" marR="0" algn="r">
              <a:spcBef>
                <a:spcPts val="0"/>
              </a:spcBef>
              <a:spcAft>
                <a:spcPts val="0"/>
              </a:spcAft>
              <a:buNone/>
              <a:defRPr sz="1400">
                <a:solidFill>
                  <a:schemeClr val="lt2"/>
                </a:solidFill>
                <a:latin typeface="Times New Roman"/>
                <a:ea typeface="Times New Roman"/>
                <a:cs typeface="Times New Roman"/>
                <a:sym typeface="Times New Roman"/>
              </a:defRPr>
            </a:lvl5pPr>
            <a:lvl6pPr indent="0" lvl="5" marL="0" marR="0" algn="r">
              <a:spcBef>
                <a:spcPts val="0"/>
              </a:spcBef>
              <a:spcAft>
                <a:spcPts val="0"/>
              </a:spcAft>
              <a:buNone/>
              <a:defRPr sz="1400">
                <a:solidFill>
                  <a:schemeClr val="lt2"/>
                </a:solidFill>
                <a:latin typeface="Times New Roman"/>
                <a:ea typeface="Times New Roman"/>
                <a:cs typeface="Times New Roman"/>
                <a:sym typeface="Times New Roman"/>
              </a:defRPr>
            </a:lvl6pPr>
            <a:lvl7pPr indent="0" lvl="6" marL="0" marR="0" algn="r">
              <a:spcBef>
                <a:spcPts val="0"/>
              </a:spcBef>
              <a:spcAft>
                <a:spcPts val="0"/>
              </a:spcAft>
              <a:buNone/>
              <a:defRPr sz="1400">
                <a:solidFill>
                  <a:schemeClr val="lt2"/>
                </a:solidFill>
                <a:latin typeface="Times New Roman"/>
                <a:ea typeface="Times New Roman"/>
                <a:cs typeface="Times New Roman"/>
                <a:sym typeface="Times New Roman"/>
              </a:defRPr>
            </a:lvl7pPr>
            <a:lvl8pPr indent="0" lvl="7" marL="0" marR="0" algn="r">
              <a:spcBef>
                <a:spcPts val="0"/>
              </a:spcBef>
              <a:spcAft>
                <a:spcPts val="0"/>
              </a:spcAft>
              <a:buNone/>
              <a:defRPr sz="1400">
                <a:solidFill>
                  <a:schemeClr val="lt2"/>
                </a:solidFill>
                <a:latin typeface="Times New Roman"/>
                <a:ea typeface="Times New Roman"/>
                <a:cs typeface="Times New Roman"/>
                <a:sym typeface="Times New Roman"/>
              </a:defRPr>
            </a:lvl8pPr>
            <a:lvl9pPr indent="0" lvl="8" marL="0" marR="0" algn="r">
              <a:spcBef>
                <a:spcPts val="0"/>
              </a:spcBef>
              <a:spcAft>
                <a:spcPts val="0"/>
              </a:spcAft>
              <a:buNone/>
              <a:defRPr sz="1400">
                <a:solidFill>
                  <a:schemeClr val="lt2"/>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4" name="Shape 34"/>
        <p:cNvGrpSpPr/>
        <p:nvPr/>
      </p:nvGrpSpPr>
      <p:grpSpPr>
        <a:xfrm>
          <a:off x="0" y="0"/>
          <a:ext cx="0" cy="0"/>
          <a:chOff x="0" y="0"/>
          <a:chExt cx="0" cy="0"/>
        </a:xfrm>
      </p:grpSpPr>
      <p:sp>
        <p:nvSpPr>
          <p:cNvPr id="35" name="Google Shape;35;p6"/>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b="1" sz="4000" cap="none"/>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36" name="Google Shape;36;p6"/>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Autofit/>
          </a:bodyPr>
          <a:lstStyle>
            <a:lvl1pPr indent="-228600" lvl="0" marL="457200" algn="l">
              <a:spcBef>
                <a:spcPts val="700"/>
              </a:spcBef>
              <a:spcAft>
                <a:spcPts val="0"/>
              </a:spcAft>
              <a:buSzPts val="2000"/>
              <a:buNone/>
              <a:defRPr sz="2000"/>
            </a:lvl1pPr>
            <a:lvl2pPr indent="-228600" lvl="1" marL="914400" algn="l">
              <a:spcBef>
                <a:spcPts val="630"/>
              </a:spcBef>
              <a:spcAft>
                <a:spcPts val="0"/>
              </a:spcAft>
              <a:buSzPts val="1620"/>
              <a:buNone/>
              <a:defRPr sz="1800"/>
            </a:lvl2pPr>
            <a:lvl3pPr indent="-228600" lvl="2" marL="1371600" algn="l">
              <a:spcBef>
                <a:spcPts val="560"/>
              </a:spcBef>
              <a:spcAft>
                <a:spcPts val="0"/>
              </a:spcAft>
              <a:buSzPts val="1360"/>
              <a:buNone/>
              <a:defRPr sz="1600"/>
            </a:lvl3pPr>
            <a:lvl4pPr indent="-228600" lvl="3" marL="1828800" algn="l">
              <a:spcBef>
                <a:spcPts val="490"/>
              </a:spcBef>
              <a:spcAft>
                <a:spcPts val="0"/>
              </a:spcAft>
              <a:buSzPts val="1400"/>
              <a:buNone/>
              <a:defRPr sz="1400"/>
            </a:lvl4pPr>
            <a:lvl5pPr indent="-228600" lvl="4" marL="2286000" algn="l">
              <a:spcBef>
                <a:spcPts val="490"/>
              </a:spcBef>
              <a:spcAft>
                <a:spcPts val="0"/>
              </a:spcAft>
              <a:buSzPts val="1050"/>
              <a:buFont typeface="Helvetica Neue"/>
              <a:buNone/>
              <a:defRPr sz="1400"/>
            </a:lvl5pPr>
            <a:lvl6pPr indent="-228600" lvl="5" marL="2743200" algn="l">
              <a:spcBef>
                <a:spcPts val="490"/>
              </a:spcBef>
              <a:spcAft>
                <a:spcPts val="0"/>
              </a:spcAft>
              <a:buSzPts val="1050"/>
              <a:buFont typeface="Helvetica Neue"/>
              <a:buNone/>
              <a:defRPr sz="1400"/>
            </a:lvl6pPr>
            <a:lvl7pPr indent="-228600" lvl="6" marL="3200400" algn="l">
              <a:spcBef>
                <a:spcPts val="490"/>
              </a:spcBef>
              <a:spcAft>
                <a:spcPts val="0"/>
              </a:spcAft>
              <a:buSzPts val="1050"/>
              <a:buFont typeface="Helvetica Neue"/>
              <a:buNone/>
              <a:defRPr sz="1400"/>
            </a:lvl7pPr>
            <a:lvl8pPr indent="-228600" lvl="7" marL="3657600" algn="l">
              <a:spcBef>
                <a:spcPts val="490"/>
              </a:spcBef>
              <a:spcAft>
                <a:spcPts val="0"/>
              </a:spcAft>
              <a:buSzPts val="1050"/>
              <a:buFont typeface="Helvetica Neue"/>
              <a:buNone/>
              <a:defRPr sz="1400"/>
            </a:lvl8pPr>
            <a:lvl9pPr indent="-228600" lvl="8" marL="4114800" algn="l">
              <a:spcBef>
                <a:spcPts val="490"/>
              </a:spcBef>
              <a:spcAft>
                <a:spcPts val="0"/>
              </a:spcAft>
              <a:buSzPts val="1050"/>
              <a:buFont typeface="Helvetica Neue"/>
              <a:buNone/>
              <a:defRPr sz="1400"/>
            </a:lvl9pPr>
          </a:lstStyle>
          <a:p/>
        </p:txBody>
      </p:sp>
      <p:sp>
        <p:nvSpPr>
          <p:cNvPr id="37" name="Google Shape;37;p6"/>
          <p:cNvSpPr txBox="1"/>
          <p:nvPr>
            <p:ph idx="12" type="sldNum"/>
          </p:nvPr>
        </p:nvSpPr>
        <p:spPr>
          <a:xfrm>
            <a:off x="6553200" y="6400800"/>
            <a:ext cx="1905000" cy="457200"/>
          </a:xfrm>
          <a:prstGeom prst="rect">
            <a:avLst/>
          </a:prstGeom>
          <a:noFill/>
          <a:ln>
            <a:noFill/>
          </a:ln>
        </p:spPr>
        <p:txBody>
          <a:bodyPr anchorCtr="0" anchor="t" bIns="45700" lIns="91425" spcFirstLastPara="1" rIns="91425" wrap="square" tIns="45700">
            <a:noAutofit/>
          </a:bodyPr>
          <a:lstStyle>
            <a:lvl1pPr indent="0" lvl="0" marL="0" marR="0" algn="r">
              <a:spcBef>
                <a:spcPts val="0"/>
              </a:spcBef>
              <a:spcAft>
                <a:spcPts val="0"/>
              </a:spcAft>
              <a:buNone/>
              <a:defRPr sz="1400">
                <a:solidFill>
                  <a:schemeClr val="lt2"/>
                </a:solidFill>
                <a:latin typeface="Times New Roman"/>
                <a:ea typeface="Times New Roman"/>
                <a:cs typeface="Times New Roman"/>
                <a:sym typeface="Times New Roman"/>
              </a:defRPr>
            </a:lvl1pPr>
            <a:lvl2pPr indent="0" lvl="1" marL="0" marR="0" algn="r">
              <a:spcBef>
                <a:spcPts val="0"/>
              </a:spcBef>
              <a:spcAft>
                <a:spcPts val="0"/>
              </a:spcAft>
              <a:buNone/>
              <a:defRPr sz="1400">
                <a:solidFill>
                  <a:schemeClr val="lt2"/>
                </a:solidFill>
                <a:latin typeface="Times New Roman"/>
                <a:ea typeface="Times New Roman"/>
                <a:cs typeface="Times New Roman"/>
                <a:sym typeface="Times New Roman"/>
              </a:defRPr>
            </a:lvl2pPr>
            <a:lvl3pPr indent="0" lvl="2" marL="0" marR="0" algn="r">
              <a:spcBef>
                <a:spcPts val="0"/>
              </a:spcBef>
              <a:spcAft>
                <a:spcPts val="0"/>
              </a:spcAft>
              <a:buNone/>
              <a:defRPr sz="1400">
                <a:solidFill>
                  <a:schemeClr val="lt2"/>
                </a:solidFill>
                <a:latin typeface="Times New Roman"/>
                <a:ea typeface="Times New Roman"/>
                <a:cs typeface="Times New Roman"/>
                <a:sym typeface="Times New Roman"/>
              </a:defRPr>
            </a:lvl3pPr>
            <a:lvl4pPr indent="0" lvl="3" marL="0" marR="0" algn="r">
              <a:spcBef>
                <a:spcPts val="0"/>
              </a:spcBef>
              <a:spcAft>
                <a:spcPts val="0"/>
              </a:spcAft>
              <a:buNone/>
              <a:defRPr sz="1400">
                <a:solidFill>
                  <a:schemeClr val="lt2"/>
                </a:solidFill>
                <a:latin typeface="Times New Roman"/>
                <a:ea typeface="Times New Roman"/>
                <a:cs typeface="Times New Roman"/>
                <a:sym typeface="Times New Roman"/>
              </a:defRPr>
            </a:lvl4pPr>
            <a:lvl5pPr indent="0" lvl="4" marL="0" marR="0" algn="r">
              <a:spcBef>
                <a:spcPts val="0"/>
              </a:spcBef>
              <a:spcAft>
                <a:spcPts val="0"/>
              </a:spcAft>
              <a:buNone/>
              <a:defRPr sz="1400">
                <a:solidFill>
                  <a:schemeClr val="lt2"/>
                </a:solidFill>
                <a:latin typeface="Times New Roman"/>
                <a:ea typeface="Times New Roman"/>
                <a:cs typeface="Times New Roman"/>
                <a:sym typeface="Times New Roman"/>
              </a:defRPr>
            </a:lvl5pPr>
            <a:lvl6pPr indent="0" lvl="5" marL="0" marR="0" algn="r">
              <a:spcBef>
                <a:spcPts val="0"/>
              </a:spcBef>
              <a:spcAft>
                <a:spcPts val="0"/>
              </a:spcAft>
              <a:buNone/>
              <a:defRPr sz="1400">
                <a:solidFill>
                  <a:schemeClr val="lt2"/>
                </a:solidFill>
                <a:latin typeface="Times New Roman"/>
                <a:ea typeface="Times New Roman"/>
                <a:cs typeface="Times New Roman"/>
                <a:sym typeface="Times New Roman"/>
              </a:defRPr>
            </a:lvl6pPr>
            <a:lvl7pPr indent="0" lvl="6" marL="0" marR="0" algn="r">
              <a:spcBef>
                <a:spcPts val="0"/>
              </a:spcBef>
              <a:spcAft>
                <a:spcPts val="0"/>
              </a:spcAft>
              <a:buNone/>
              <a:defRPr sz="1400">
                <a:solidFill>
                  <a:schemeClr val="lt2"/>
                </a:solidFill>
                <a:latin typeface="Times New Roman"/>
                <a:ea typeface="Times New Roman"/>
                <a:cs typeface="Times New Roman"/>
                <a:sym typeface="Times New Roman"/>
              </a:defRPr>
            </a:lvl7pPr>
            <a:lvl8pPr indent="0" lvl="7" marL="0" marR="0" algn="r">
              <a:spcBef>
                <a:spcPts val="0"/>
              </a:spcBef>
              <a:spcAft>
                <a:spcPts val="0"/>
              </a:spcAft>
              <a:buNone/>
              <a:defRPr sz="1400">
                <a:solidFill>
                  <a:schemeClr val="lt2"/>
                </a:solidFill>
                <a:latin typeface="Times New Roman"/>
                <a:ea typeface="Times New Roman"/>
                <a:cs typeface="Times New Roman"/>
                <a:sym typeface="Times New Roman"/>
              </a:defRPr>
            </a:lvl8pPr>
            <a:lvl9pPr indent="0" lvl="8" marL="0" marR="0" algn="r">
              <a:spcBef>
                <a:spcPts val="0"/>
              </a:spcBef>
              <a:spcAft>
                <a:spcPts val="0"/>
              </a:spcAft>
              <a:buNone/>
              <a:defRPr sz="1400">
                <a:solidFill>
                  <a:schemeClr val="lt2"/>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8" name="Shape 38"/>
        <p:cNvGrpSpPr/>
        <p:nvPr/>
      </p:nvGrpSpPr>
      <p:grpSpPr>
        <a:xfrm>
          <a:off x="0" y="0"/>
          <a:ext cx="0" cy="0"/>
          <a:chOff x="0" y="0"/>
          <a:chExt cx="0" cy="0"/>
        </a:xfrm>
      </p:grpSpPr>
      <p:sp>
        <p:nvSpPr>
          <p:cNvPr id="39" name="Google Shape;39;p7"/>
          <p:cNvSpPr txBox="1"/>
          <p:nvPr>
            <p:ph type="title"/>
          </p:nvPr>
        </p:nvSpPr>
        <p:spPr>
          <a:xfrm>
            <a:off x="768350" y="117475"/>
            <a:ext cx="8077200" cy="609600"/>
          </a:xfrm>
          <a:prstGeom prst="rect">
            <a:avLst/>
          </a:prstGeom>
          <a:noFill/>
          <a:ln>
            <a:noFill/>
          </a:ln>
        </p:spPr>
        <p:txBody>
          <a:bodyPr anchorCtr="0" anchor="b"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40" name="Google Shape;40;p7"/>
          <p:cNvSpPr txBox="1"/>
          <p:nvPr>
            <p:ph idx="1" type="body"/>
          </p:nvPr>
        </p:nvSpPr>
        <p:spPr>
          <a:xfrm>
            <a:off x="814388" y="1093788"/>
            <a:ext cx="3754437" cy="4903787"/>
          </a:xfrm>
          <a:prstGeom prst="rect">
            <a:avLst/>
          </a:prstGeom>
          <a:noFill/>
          <a:ln>
            <a:noFill/>
          </a:ln>
        </p:spPr>
        <p:txBody>
          <a:bodyPr anchorCtr="0" anchor="t" bIns="45700" lIns="91425" spcFirstLastPara="1" rIns="91425" wrap="square" tIns="45700">
            <a:noAutofit/>
          </a:bodyPr>
          <a:lstStyle>
            <a:lvl1pPr indent="-336550" lvl="0" marL="457200" algn="l">
              <a:spcBef>
                <a:spcPts val="595"/>
              </a:spcBef>
              <a:spcAft>
                <a:spcPts val="0"/>
              </a:spcAft>
              <a:buSzPts val="1700"/>
              <a:buChar char="●"/>
              <a:defRPr sz="1700"/>
            </a:lvl1pPr>
            <a:lvl2pPr indent="-325755" lvl="1" marL="914400" algn="l">
              <a:spcBef>
                <a:spcPts val="595"/>
              </a:spcBef>
              <a:spcAft>
                <a:spcPts val="0"/>
              </a:spcAft>
              <a:buSzPts val="1530"/>
              <a:buChar char="●"/>
              <a:defRPr sz="1700"/>
            </a:lvl2pPr>
            <a:lvl3pPr indent="-320357" lvl="2" marL="1371600" algn="l">
              <a:spcBef>
                <a:spcPts val="595"/>
              </a:spcBef>
              <a:spcAft>
                <a:spcPts val="0"/>
              </a:spcAft>
              <a:buSzPts val="1445"/>
              <a:buChar char="4"/>
              <a:defRPr sz="1700"/>
            </a:lvl3pPr>
            <a:lvl4pPr indent="-336550" lvl="3" marL="1828800" algn="l">
              <a:spcBef>
                <a:spcPts val="595"/>
              </a:spcBef>
              <a:spcAft>
                <a:spcPts val="0"/>
              </a:spcAft>
              <a:buSzPts val="1700"/>
              <a:buChar char="–"/>
              <a:defRPr sz="1700"/>
            </a:lvl4pPr>
            <a:lvl5pPr indent="-309562" lvl="4" marL="2286000" algn="l">
              <a:spcBef>
                <a:spcPts val="595"/>
              </a:spcBef>
              <a:spcAft>
                <a:spcPts val="0"/>
              </a:spcAft>
              <a:buSzPts val="1275"/>
              <a:buFont typeface="Helvetica Neue"/>
              <a:buChar char="»"/>
              <a:defRPr sz="1700"/>
            </a:lvl5pPr>
            <a:lvl6pPr indent="-314325" lvl="5" marL="2743200" algn="l">
              <a:spcBef>
                <a:spcPts val="630"/>
              </a:spcBef>
              <a:spcAft>
                <a:spcPts val="0"/>
              </a:spcAft>
              <a:buSzPts val="1350"/>
              <a:buFont typeface="Helvetica Neue"/>
              <a:buChar char="»"/>
              <a:defRPr sz="1800"/>
            </a:lvl6pPr>
            <a:lvl7pPr indent="-314325" lvl="6" marL="3200400" algn="l">
              <a:spcBef>
                <a:spcPts val="630"/>
              </a:spcBef>
              <a:spcAft>
                <a:spcPts val="0"/>
              </a:spcAft>
              <a:buSzPts val="1350"/>
              <a:buFont typeface="Helvetica Neue"/>
              <a:buChar char="»"/>
              <a:defRPr sz="1800"/>
            </a:lvl7pPr>
            <a:lvl8pPr indent="-314325" lvl="7" marL="3657600" algn="l">
              <a:spcBef>
                <a:spcPts val="630"/>
              </a:spcBef>
              <a:spcAft>
                <a:spcPts val="0"/>
              </a:spcAft>
              <a:buSzPts val="1350"/>
              <a:buFont typeface="Helvetica Neue"/>
              <a:buChar char="»"/>
              <a:defRPr sz="1800"/>
            </a:lvl8pPr>
            <a:lvl9pPr indent="-314325" lvl="8" marL="4114800" algn="l">
              <a:spcBef>
                <a:spcPts val="630"/>
              </a:spcBef>
              <a:spcAft>
                <a:spcPts val="0"/>
              </a:spcAft>
              <a:buSzPts val="1350"/>
              <a:buFont typeface="Helvetica Neue"/>
              <a:buChar char="»"/>
              <a:defRPr sz="1800"/>
            </a:lvl9pPr>
          </a:lstStyle>
          <a:p/>
        </p:txBody>
      </p:sp>
      <p:sp>
        <p:nvSpPr>
          <p:cNvPr id="41" name="Google Shape;41;p7"/>
          <p:cNvSpPr txBox="1"/>
          <p:nvPr>
            <p:ph idx="2" type="body"/>
          </p:nvPr>
        </p:nvSpPr>
        <p:spPr>
          <a:xfrm>
            <a:off x="4721225" y="1093788"/>
            <a:ext cx="3754438" cy="4903787"/>
          </a:xfrm>
          <a:prstGeom prst="rect">
            <a:avLst/>
          </a:prstGeom>
          <a:noFill/>
          <a:ln>
            <a:noFill/>
          </a:ln>
        </p:spPr>
        <p:txBody>
          <a:bodyPr anchorCtr="0" anchor="t" bIns="45700" lIns="91425" spcFirstLastPara="1" rIns="91425" wrap="square" tIns="45700">
            <a:noAutofit/>
          </a:bodyPr>
          <a:lstStyle>
            <a:lvl1pPr indent="-336550" lvl="0" marL="457200" algn="l">
              <a:spcBef>
                <a:spcPts val="595"/>
              </a:spcBef>
              <a:spcAft>
                <a:spcPts val="0"/>
              </a:spcAft>
              <a:buSzPts val="1700"/>
              <a:buChar char="●"/>
              <a:defRPr sz="1700"/>
            </a:lvl1pPr>
            <a:lvl2pPr indent="-325755" lvl="1" marL="914400" algn="l">
              <a:spcBef>
                <a:spcPts val="595"/>
              </a:spcBef>
              <a:spcAft>
                <a:spcPts val="0"/>
              </a:spcAft>
              <a:buSzPts val="1530"/>
              <a:buChar char="●"/>
              <a:defRPr sz="1700"/>
            </a:lvl2pPr>
            <a:lvl3pPr indent="-320357" lvl="2" marL="1371600" algn="l">
              <a:spcBef>
                <a:spcPts val="595"/>
              </a:spcBef>
              <a:spcAft>
                <a:spcPts val="0"/>
              </a:spcAft>
              <a:buSzPts val="1445"/>
              <a:buChar char="4"/>
              <a:defRPr sz="1700"/>
            </a:lvl3pPr>
            <a:lvl4pPr indent="-336550" lvl="3" marL="1828800" algn="l">
              <a:spcBef>
                <a:spcPts val="595"/>
              </a:spcBef>
              <a:spcAft>
                <a:spcPts val="0"/>
              </a:spcAft>
              <a:buSzPts val="1700"/>
              <a:buChar char="–"/>
              <a:defRPr sz="1700"/>
            </a:lvl4pPr>
            <a:lvl5pPr indent="-309562" lvl="4" marL="2286000" algn="l">
              <a:spcBef>
                <a:spcPts val="595"/>
              </a:spcBef>
              <a:spcAft>
                <a:spcPts val="0"/>
              </a:spcAft>
              <a:buSzPts val="1275"/>
              <a:buFont typeface="Helvetica Neue"/>
              <a:buChar char="»"/>
              <a:defRPr sz="1700"/>
            </a:lvl5pPr>
            <a:lvl6pPr indent="-314325" lvl="5" marL="2743200" algn="l">
              <a:spcBef>
                <a:spcPts val="630"/>
              </a:spcBef>
              <a:spcAft>
                <a:spcPts val="0"/>
              </a:spcAft>
              <a:buSzPts val="1350"/>
              <a:buFont typeface="Helvetica Neue"/>
              <a:buChar char="»"/>
              <a:defRPr sz="1800"/>
            </a:lvl6pPr>
            <a:lvl7pPr indent="-314325" lvl="6" marL="3200400" algn="l">
              <a:spcBef>
                <a:spcPts val="630"/>
              </a:spcBef>
              <a:spcAft>
                <a:spcPts val="0"/>
              </a:spcAft>
              <a:buSzPts val="1350"/>
              <a:buFont typeface="Helvetica Neue"/>
              <a:buChar char="»"/>
              <a:defRPr sz="1800"/>
            </a:lvl7pPr>
            <a:lvl8pPr indent="-314325" lvl="7" marL="3657600" algn="l">
              <a:spcBef>
                <a:spcPts val="630"/>
              </a:spcBef>
              <a:spcAft>
                <a:spcPts val="0"/>
              </a:spcAft>
              <a:buSzPts val="1350"/>
              <a:buFont typeface="Helvetica Neue"/>
              <a:buChar char="»"/>
              <a:defRPr sz="1800"/>
            </a:lvl8pPr>
            <a:lvl9pPr indent="-314325" lvl="8" marL="4114800" algn="l">
              <a:spcBef>
                <a:spcPts val="630"/>
              </a:spcBef>
              <a:spcAft>
                <a:spcPts val="0"/>
              </a:spcAft>
              <a:buSzPts val="1350"/>
              <a:buFont typeface="Helvetica Neue"/>
              <a:buChar char="»"/>
              <a:defRPr sz="1800"/>
            </a:lvl9pPr>
          </a:lstStyle>
          <a:p/>
        </p:txBody>
      </p:sp>
      <p:sp>
        <p:nvSpPr>
          <p:cNvPr id="42" name="Google Shape;42;p7"/>
          <p:cNvSpPr txBox="1"/>
          <p:nvPr>
            <p:ph idx="12" type="sldNum"/>
          </p:nvPr>
        </p:nvSpPr>
        <p:spPr>
          <a:xfrm>
            <a:off x="6553200" y="6400800"/>
            <a:ext cx="1905000" cy="457200"/>
          </a:xfrm>
          <a:prstGeom prst="rect">
            <a:avLst/>
          </a:prstGeom>
          <a:noFill/>
          <a:ln>
            <a:noFill/>
          </a:ln>
        </p:spPr>
        <p:txBody>
          <a:bodyPr anchorCtr="0" anchor="t" bIns="45700" lIns="91425" spcFirstLastPara="1" rIns="91425" wrap="square" tIns="45700">
            <a:noAutofit/>
          </a:bodyPr>
          <a:lstStyle>
            <a:lvl1pPr indent="0" lvl="0" marL="0" marR="0" algn="r">
              <a:spcBef>
                <a:spcPts val="0"/>
              </a:spcBef>
              <a:spcAft>
                <a:spcPts val="0"/>
              </a:spcAft>
              <a:buNone/>
              <a:defRPr sz="1400">
                <a:solidFill>
                  <a:schemeClr val="lt2"/>
                </a:solidFill>
                <a:latin typeface="Times New Roman"/>
                <a:ea typeface="Times New Roman"/>
                <a:cs typeface="Times New Roman"/>
                <a:sym typeface="Times New Roman"/>
              </a:defRPr>
            </a:lvl1pPr>
            <a:lvl2pPr indent="0" lvl="1" marL="0" marR="0" algn="r">
              <a:spcBef>
                <a:spcPts val="0"/>
              </a:spcBef>
              <a:spcAft>
                <a:spcPts val="0"/>
              </a:spcAft>
              <a:buNone/>
              <a:defRPr sz="1400">
                <a:solidFill>
                  <a:schemeClr val="lt2"/>
                </a:solidFill>
                <a:latin typeface="Times New Roman"/>
                <a:ea typeface="Times New Roman"/>
                <a:cs typeface="Times New Roman"/>
                <a:sym typeface="Times New Roman"/>
              </a:defRPr>
            </a:lvl2pPr>
            <a:lvl3pPr indent="0" lvl="2" marL="0" marR="0" algn="r">
              <a:spcBef>
                <a:spcPts val="0"/>
              </a:spcBef>
              <a:spcAft>
                <a:spcPts val="0"/>
              </a:spcAft>
              <a:buNone/>
              <a:defRPr sz="1400">
                <a:solidFill>
                  <a:schemeClr val="lt2"/>
                </a:solidFill>
                <a:latin typeface="Times New Roman"/>
                <a:ea typeface="Times New Roman"/>
                <a:cs typeface="Times New Roman"/>
                <a:sym typeface="Times New Roman"/>
              </a:defRPr>
            </a:lvl3pPr>
            <a:lvl4pPr indent="0" lvl="3" marL="0" marR="0" algn="r">
              <a:spcBef>
                <a:spcPts val="0"/>
              </a:spcBef>
              <a:spcAft>
                <a:spcPts val="0"/>
              </a:spcAft>
              <a:buNone/>
              <a:defRPr sz="1400">
                <a:solidFill>
                  <a:schemeClr val="lt2"/>
                </a:solidFill>
                <a:latin typeface="Times New Roman"/>
                <a:ea typeface="Times New Roman"/>
                <a:cs typeface="Times New Roman"/>
                <a:sym typeface="Times New Roman"/>
              </a:defRPr>
            </a:lvl4pPr>
            <a:lvl5pPr indent="0" lvl="4" marL="0" marR="0" algn="r">
              <a:spcBef>
                <a:spcPts val="0"/>
              </a:spcBef>
              <a:spcAft>
                <a:spcPts val="0"/>
              </a:spcAft>
              <a:buNone/>
              <a:defRPr sz="1400">
                <a:solidFill>
                  <a:schemeClr val="lt2"/>
                </a:solidFill>
                <a:latin typeface="Times New Roman"/>
                <a:ea typeface="Times New Roman"/>
                <a:cs typeface="Times New Roman"/>
                <a:sym typeface="Times New Roman"/>
              </a:defRPr>
            </a:lvl5pPr>
            <a:lvl6pPr indent="0" lvl="5" marL="0" marR="0" algn="r">
              <a:spcBef>
                <a:spcPts val="0"/>
              </a:spcBef>
              <a:spcAft>
                <a:spcPts val="0"/>
              </a:spcAft>
              <a:buNone/>
              <a:defRPr sz="1400">
                <a:solidFill>
                  <a:schemeClr val="lt2"/>
                </a:solidFill>
                <a:latin typeface="Times New Roman"/>
                <a:ea typeface="Times New Roman"/>
                <a:cs typeface="Times New Roman"/>
                <a:sym typeface="Times New Roman"/>
              </a:defRPr>
            </a:lvl6pPr>
            <a:lvl7pPr indent="0" lvl="6" marL="0" marR="0" algn="r">
              <a:spcBef>
                <a:spcPts val="0"/>
              </a:spcBef>
              <a:spcAft>
                <a:spcPts val="0"/>
              </a:spcAft>
              <a:buNone/>
              <a:defRPr sz="1400">
                <a:solidFill>
                  <a:schemeClr val="lt2"/>
                </a:solidFill>
                <a:latin typeface="Times New Roman"/>
                <a:ea typeface="Times New Roman"/>
                <a:cs typeface="Times New Roman"/>
                <a:sym typeface="Times New Roman"/>
              </a:defRPr>
            </a:lvl7pPr>
            <a:lvl8pPr indent="0" lvl="7" marL="0" marR="0" algn="r">
              <a:spcBef>
                <a:spcPts val="0"/>
              </a:spcBef>
              <a:spcAft>
                <a:spcPts val="0"/>
              </a:spcAft>
              <a:buNone/>
              <a:defRPr sz="1400">
                <a:solidFill>
                  <a:schemeClr val="lt2"/>
                </a:solidFill>
                <a:latin typeface="Times New Roman"/>
                <a:ea typeface="Times New Roman"/>
                <a:cs typeface="Times New Roman"/>
                <a:sym typeface="Times New Roman"/>
              </a:defRPr>
            </a:lvl8pPr>
            <a:lvl9pPr indent="0" lvl="8" marL="0" marR="0" algn="r">
              <a:spcBef>
                <a:spcPts val="0"/>
              </a:spcBef>
              <a:spcAft>
                <a:spcPts val="0"/>
              </a:spcAft>
              <a:buNone/>
              <a:defRPr sz="1400">
                <a:solidFill>
                  <a:schemeClr val="lt2"/>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3" name="Shape 43"/>
        <p:cNvGrpSpPr/>
        <p:nvPr/>
      </p:nvGrpSpPr>
      <p:grpSpPr>
        <a:xfrm>
          <a:off x="0" y="0"/>
          <a:ext cx="0" cy="0"/>
          <a:chOff x="0" y="0"/>
          <a:chExt cx="0" cy="0"/>
        </a:xfrm>
      </p:grpSpPr>
      <p:sp>
        <p:nvSpPr>
          <p:cNvPr id="44" name="Google Shape;44;p8"/>
          <p:cNvSpPr txBox="1"/>
          <p:nvPr>
            <p:ph type="title"/>
          </p:nvPr>
        </p:nvSpPr>
        <p:spPr>
          <a:xfrm>
            <a:off x="457200" y="274638"/>
            <a:ext cx="8229600" cy="1143000"/>
          </a:xfrm>
          <a:prstGeom prst="rect">
            <a:avLst/>
          </a:prstGeom>
          <a:noFill/>
          <a:ln>
            <a:noFill/>
          </a:ln>
        </p:spPr>
        <p:txBody>
          <a:bodyPr anchorCtr="0" anchor="b"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45" name="Google Shape;45;p8"/>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Autofit/>
          </a:bodyPr>
          <a:lstStyle>
            <a:lvl1pPr indent="-228600" lvl="0" marL="457200" algn="l">
              <a:spcBef>
                <a:spcPts val="840"/>
              </a:spcBef>
              <a:spcAft>
                <a:spcPts val="0"/>
              </a:spcAft>
              <a:buSzPts val="2400"/>
              <a:buNone/>
              <a:defRPr b="1" sz="2400"/>
            </a:lvl1pPr>
            <a:lvl2pPr indent="-228600" lvl="1" marL="914400" algn="l">
              <a:spcBef>
                <a:spcPts val="700"/>
              </a:spcBef>
              <a:spcAft>
                <a:spcPts val="0"/>
              </a:spcAft>
              <a:buSzPts val="1800"/>
              <a:buNone/>
              <a:defRPr b="1" sz="2000"/>
            </a:lvl2pPr>
            <a:lvl3pPr indent="-228600" lvl="2" marL="1371600" algn="l">
              <a:spcBef>
                <a:spcPts val="630"/>
              </a:spcBef>
              <a:spcAft>
                <a:spcPts val="0"/>
              </a:spcAft>
              <a:buSzPts val="1530"/>
              <a:buNone/>
              <a:defRPr b="1" sz="1800"/>
            </a:lvl3pPr>
            <a:lvl4pPr indent="-228600" lvl="3" marL="1828800" algn="l">
              <a:spcBef>
                <a:spcPts val="560"/>
              </a:spcBef>
              <a:spcAft>
                <a:spcPts val="0"/>
              </a:spcAft>
              <a:buSzPts val="1600"/>
              <a:buNone/>
              <a:defRPr b="1" sz="1600"/>
            </a:lvl4pPr>
            <a:lvl5pPr indent="-228600" lvl="4" marL="2286000" algn="l">
              <a:spcBef>
                <a:spcPts val="560"/>
              </a:spcBef>
              <a:spcAft>
                <a:spcPts val="0"/>
              </a:spcAft>
              <a:buSzPts val="1200"/>
              <a:buFont typeface="Helvetica Neue"/>
              <a:buNone/>
              <a:defRPr b="1" sz="1600"/>
            </a:lvl5pPr>
            <a:lvl6pPr indent="-228600" lvl="5" marL="2743200" algn="l">
              <a:spcBef>
                <a:spcPts val="560"/>
              </a:spcBef>
              <a:spcAft>
                <a:spcPts val="0"/>
              </a:spcAft>
              <a:buSzPts val="1200"/>
              <a:buFont typeface="Helvetica Neue"/>
              <a:buNone/>
              <a:defRPr b="1" sz="1600"/>
            </a:lvl6pPr>
            <a:lvl7pPr indent="-228600" lvl="6" marL="3200400" algn="l">
              <a:spcBef>
                <a:spcPts val="560"/>
              </a:spcBef>
              <a:spcAft>
                <a:spcPts val="0"/>
              </a:spcAft>
              <a:buSzPts val="1200"/>
              <a:buFont typeface="Helvetica Neue"/>
              <a:buNone/>
              <a:defRPr b="1" sz="1600"/>
            </a:lvl7pPr>
            <a:lvl8pPr indent="-228600" lvl="7" marL="3657600" algn="l">
              <a:spcBef>
                <a:spcPts val="560"/>
              </a:spcBef>
              <a:spcAft>
                <a:spcPts val="0"/>
              </a:spcAft>
              <a:buSzPts val="1200"/>
              <a:buFont typeface="Helvetica Neue"/>
              <a:buNone/>
              <a:defRPr b="1" sz="1600"/>
            </a:lvl8pPr>
            <a:lvl9pPr indent="-228600" lvl="8" marL="4114800" algn="l">
              <a:spcBef>
                <a:spcPts val="560"/>
              </a:spcBef>
              <a:spcAft>
                <a:spcPts val="0"/>
              </a:spcAft>
              <a:buSzPts val="1200"/>
              <a:buFont typeface="Helvetica Neue"/>
              <a:buNone/>
              <a:defRPr b="1" sz="1600"/>
            </a:lvl9pPr>
          </a:lstStyle>
          <a:p/>
        </p:txBody>
      </p:sp>
      <p:sp>
        <p:nvSpPr>
          <p:cNvPr id="46" name="Google Shape;46;p8"/>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Autofit/>
          </a:bodyPr>
          <a:lstStyle>
            <a:lvl1pPr indent="-336550" lvl="0" marL="457200" algn="l">
              <a:spcBef>
                <a:spcPts val="595"/>
              </a:spcBef>
              <a:spcAft>
                <a:spcPts val="0"/>
              </a:spcAft>
              <a:buSzPts val="1700"/>
              <a:buChar char="●"/>
              <a:defRPr sz="1700"/>
            </a:lvl1pPr>
            <a:lvl2pPr indent="-325755" lvl="1" marL="914400" algn="l">
              <a:spcBef>
                <a:spcPts val="595"/>
              </a:spcBef>
              <a:spcAft>
                <a:spcPts val="0"/>
              </a:spcAft>
              <a:buSzPts val="1530"/>
              <a:buChar char="●"/>
              <a:defRPr sz="1700"/>
            </a:lvl2pPr>
            <a:lvl3pPr indent="-320357" lvl="2" marL="1371600" algn="l">
              <a:spcBef>
                <a:spcPts val="595"/>
              </a:spcBef>
              <a:spcAft>
                <a:spcPts val="0"/>
              </a:spcAft>
              <a:buSzPts val="1445"/>
              <a:buChar char="4"/>
              <a:defRPr sz="1700"/>
            </a:lvl3pPr>
            <a:lvl4pPr indent="-336550" lvl="3" marL="1828800" algn="l">
              <a:spcBef>
                <a:spcPts val="595"/>
              </a:spcBef>
              <a:spcAft>
                <a:spcPts val="0"/>
              </a:spcAft>
              <a:buSzPts val="1700"/>
              <a:buChar char="–"/>
              <a:defRPr sz="1700"/>
            </a:lvl4pPr>
            <a:lvl5pPr indent="-309562" lvl="4" marL="2286000" algn="l">
              <a:spcBef>
                <a:spcPts val="595"/>
              </a:spcBef>
              <a:spcAft>
                <a:spcPts val="0"/>
              </a:spcAft>
              <a:buSzPts val="1275"/>
              <a:buFont typeface="Helvetica Neue"/>
              <a:buChar char="»"/>
              <a:defRPr sz="1700"/>
            </a:lvl5pPr>
            <a:lvl6pPr indent="-304800" lvl="5" marL="2743200" algn="l">
              <a:spcBef>
                <a:spcPts val="560"/>
              </a:spcBef>
              <a:spcAft>
                <a:spcPts val="0"/>
              </a:spcAft>
              <a:buSzPts val="1200"/>
              <a:buFont typeface="Helvetica Neue"/>
              <a:buChar char="»"/>
              <a:defRPr sz="1600"/>
            </a:lvl6pPr>
            <a:lvl7pPr indent="-304800" lvl="6" marL="3200400" algn="l">
              <a:spcBef>
                <a:spcPts val="560"/>
              </a:spcBef>
              <a:spcAft>
                <a:spcPts val="0"/>
              </a:spcAft>
              <a:buSzPts val="1200"/>
              <a:buFont typeface="Helvetica Neue"/>
              <a:buChar char="»"/>
              <a:defRPr sz="1600"/>
            </a:lvl7pPr>
            <a:lvl8pPr indent="-304800" lvl="7" marL="3657600" algn="l">
              <a:spcBef>
                <a:spcPts val="560"/>
              </a:spcBef>
              <a:spcAft>
                <a:spcPts val="0"/>
              </a:spcAft>
              <a:buSzPts val="1200"/>
              <a:buFont typeface="Helvetica Neue"/>
              <a:buChar char="»"/>
              <a:defRPr sz="1600"/>
            </a:lvl8pPr>
            <a:lvl9pPr indent="-304800" lvl="8" marL="4114800" algn="l">
              <a:spcBef>
                <a:spcPts val="560"/>
              </a:spcBef>
              <a:spcAft>
                <a:spcPts val="0"/>
              </a:spcAft>
              <a:buSzPts val="1200"/>
              <a:buFont typeface="Helvetica Neue"/>
              <a:buChar char="»"/>
              <a:defRPr sz="1600"/>
            </a:lvl9pPr>
          </a:lstStyle>
          <a:p/>
        </p:txBody>
      </p:sp>
      <p:sp>
        <p:nvSpPr>
          <p:cNvPr id="47" name="Google Shape;47;p8"/>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Autofit/>
          </a:bodyPr>
          <a:lstStyle>
            <a:lvl1pPr indent="-228600" lvl="0" marL="457200" algn="l">
              <a:spcBef>
                <a:spcPts val="840"/>
              </a:spcBef>
              <a:spcAft>
                <a:spcPts val="0"/>
              </a:spcAft>
              <a:buSzPts val="2400"/>
              <a:buNone/>
              <a:defRPr b="1" sz="2400"/>
            </a:lvl1pPr>
            <a:lvl2pPr indent="-228600" lvl="1" marL="914400" algn="l">
              <a:spcBef>
                <a:spcPts val="700"/>
              </a:spcBef>
              <a:spcAft>
                <a:spcPts val="0"/>
              </a:spcAft>
              <a:buSzPts val="1800"/>
              <a:buNone/>
              <a:defRPr b="1" sz="2000"/>
            </a:lvl2pPr>
            <a:lvl3pPr indent="-228600" lvl="2" marL="1371600" algn="l">
              <a:spcBef>
                <a:spcPts val="630"/>
              </a:spcBef>
              <a:spcAft>
                <a:spcPts val="0"/>
              </a:spcAft>
              <a:buSzPts val="1530"/>
              <a:buNone/>
              <a:defRPr b="1" sz="1800"/>
            </a:lvl3pPr>
            <a:lvl4pPr indent="-228600" lvl="3" marL="1828800" algn="l">
              <a:spcBef>
                <a:spcPts val="560"/>
              </a:spcBef>
              <a:spcAft>
                <a:spcPts val="0"/>
              </a:spcAft>
              <a:buSzPts val="1600"/>
              <a:buNone/>
              <a:defRPr b="1" sz="1600"/>
            </a:lvl4pPr>
            <a:lvl5pPr indent="-228600" lvl="4" marL="2286000" algn="l">
              <a:spcBef>
                <a:spcPts val="560"/>
              </a:spcBef>
              <a:spcAft>
                <a:spcPts val="0"/>
              </a:spcAft>
              <a:buSzPts val="1200"/>
              <a:buFont typeface="Helvetica Neue"/>
              <a:buNone/>
              <a:defRPr b="1" sz="1600"/>
            </a:lvl5pPr>
            <a:lvl6pPr indent="-228600" lvl="5" marL="2743200" algn="l">
              <a:spcBef>
                <a:spcPts val="560"/>
              </a:spcBef>
              <a:spcAft>
                <a:spcPts val="0"/>
              </a:spcAft>
              <a:buSzPts val="1200"/>
              <a:buFont typeface="Helvetica Neue"/>
              <a:buNone/>
              <a:defRPr b="1" sz="1600"/>
            </a:lvl6pPr>
            <a:lvl7pPr indent="-228600" lvl="6" marL="3200400" algn="l">
              <a:spcBef>
                <a:spcPts val="560"/>
              </a:spcBef>
              <a:spcAft>
                <a:spcPts val="0"/>
              </a:spcAft>
              <a:buSzPts val="1200"/>
              <a:buFont typeface="Helvetica Neue"/>
              <a:buNone/>
              <a:defRPr b="1" sz="1600"/>
            </a:lvl7pPr>
            <a:lvl8pPr indent="-228600" lvl="7" marL="3657600" algn="l">
              <a:spcBef>
                <a:spcPts val="560"/>
              </a:spcBef>
              <a:spcAft>
                <a:spcPts val="0"/>
              </a:spcAft>
              <a:buSzPts val="1200"/>
              <a:buFont typeface="Helvetica Neue"/>
              <a:buNone/>
              <a:defRPr b="1" sz="1600"/>
            </a:lvl8pPr>
            <a:lvl9pPr indent="-228600" lvl="8" marL="4114800" algn="l">
              <a:spcBef>
                <a:spcPts val="560"/>
              </a:spcBef>
              <a:spcAft>
                <a:spcPts val="0"/>
              </a:spcAft>
              <a:buSzPts val="1200"/>
              <a:buFont typeface="Helvetica Neue"/>
              <a:buNone/>
              <a:defRPr b="1" sz="1600"/>
            </a:lvl9pPr>
          </a:lstStyle>
          <a:p/>
        </p:txBody>
      </p:sp>
      <p:sp>
        <p:nvSpPr>
          <p:cNvPr id="48" name="Google Shape;48;p8"/>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Autofit/>
          </a:bodyPr>
          <a:lstStyle>
            <a:lvl1pPr indent="-336550" lvl="0" marL="457200" algn="l">
              <a:spcBef>
                <a:spcPts val="595"/>
              </a:spcBef>
              <a:spcAft>
                <a:spcPts val="0"/>
              </a:spcAft>
              <a:buSzPts val="1700"/>
              <a:buChar char="●"/>
              <a:defRPr sz="1700"/>
            </a:lvl1pPr>
            <a:lvl2pPr indent="-325755" lvl="1" marL="914400" algn="l">
              <a:spcBef>
                <a:spcPts val="595"/>
              </a:spcBef>
              <a:spcAft>
                <a:spcPts val="0"/>
              </a:spcAft>
              <a:buSzPts val="1530"/>
              <a:buChar char="●"/>
              <a:defRPr sz="1700"/>
            </a:lvl2pPr>
            <a:lvl3pPr indent="-320357" lvl="2" marL="1371600" algn="l">
              <a:spcBef>
                <a:spcPts val="595"/>
              </a:spcBef>
              <a:spcAft>
                <a:spcPts val="0"/>
              </a:spcAft>
              <a:buSzPts val="1445"/>
              <a:buChar char="4"/>
              <a:defRPr sz="1700"/>
            </a:lvl3pPr>
            <a:lvl4pPr indent="-336550" lvl="3" marL="1828800" algn="l">
              <a:spcBef>
                <a:spcPts val="595"/>
              </a:spcBef>
              <a:spcAft>
                <a:spcPts val="0"/>
              </a:spcAft>
              <a:buSzPts val="1700"/>
              <a:buChar char="–"/>
              <a:defRPr sz="1700"/>
            </a:lvl4pPr>
            <a:lvl5pPr indent="-309562" lvl="4" marL="2286000" algn="l">
              <a:spcBef>
                <a:spcPts val="595"/>
              </a:spcBef>
              <a:spcAft>
                <a:spcPts val="0"/>
              </a:spcAft>
              <a:buSzPts val="1275"/>
              <a:buFont typeface="Helvetica Neue"/>
              <a:buChar char="»"/>
              <a:defRPr sz="1700"/>
            </a:lvl5pPr>
            <a:lvl6pPr indent="-304800" lvl="5" marL="2743200" algn="l">
              <a:spcBef>
                <a:spcPts val="560"/>
              </a:spcBef>
              <a:spcAft>
                <a:spcPts val="0"/>
              </a:spcAft>
              <a:buSzPts val="1200"/>
              <a:buFont typeface="Helvetica Neue"/>
              <a:buChar char="»"/>
              <a:defRPr sz="1600"/>
            </a:lvl6pPr>
            <a:lvl7pPr indent="-304800" lvl="6" marL="3200400" algn="l">
              <a:spcBef>
                <a:spcPts val="560"/>
              </a:spcBef>
              <a:spcAft>
                <a:spcPts val="0"/>
              </a:spcAft>
              <a:buSzPts val="1200"/>
              <a:buFont typeface="Helvetica Neue"/>
              <a:buChar char="»"/>
              <a:defRPr sz="1600"/>
            </a:lvl7pPr>
            <a:lvl8pPr indent="-304800" lvl="7" marL="3657600" algn="l">
              <a:spcBef>
                <a:spcPts val="560"/>
              </a:spcBef>
              <a:spcAft>
                <a:spcPts val="0"/>
              </a:spcAft>
              <a:buSzPts val="1200"/>
              <a:buFont typeface="Helvetica Neue"/>
              <a:buChar char="»"/>
              <a:defRPr sz="1600"/>
            </a:lvl8pPr>
            <a:lvl9pPr indent="-304800" lvl="8" marL="4114800" algn="l">
              <a:spcBef>
                <a:spcPts val="560"/>
              </a:spcBef>
              <a:spcAft>
                <a:spcPts val="0"/>
              </a:spcAft>
              <a:buSzPts val="1200"/>
              <a:buFont typeface="Helvetica Neue"/>
              <a:buChar char="»"/>
              <a:defRPr sz="1600"/>
            </a:lvl9pPr>
          </a:lstStyle>
          <a:p/>
        </p:txBody>
      </p:sp>
      <p:sp>
        <p:nvSpPr>
          <p:cNvPr id="49" name="Google Shape;49;p8"/>
          <p:cNvSpPr txBox="1"/>
          <p:nvPr>
            <p:ph idx="12" type="sldNum"/>
          </p:nvPr>
        </p:nvSpPr>
        <p:spPr>
          <a:xfrm>
            <a:off x="6553200" y="6400800"/>
            <a:ext cx="1905000" cy="457200"/>
          </a:xfrm>
          <a:prstGeom prst="rect">
            <a:avLst/>
          </a:prstGeom>
          <a:noFill/>
          <a:ln>
            <a:noFill/>
          </a:ln>
        </p:spPr>
        <p:txBody>
          <a:bodyPr anchorCtr="0" anchor="t" bIns="45700" lIns="91425" spcFirstLastPara="1" rIns="91425" wrap="square" tIns="45700">
            <a:noAutofit/>
          </a:bodyPr>
          <a:lstStyle>
            <a:lvl1pPr indent="0" lvl="0" marL="0" marR="0" algn="r">
              <a:spcBef>
                <a:spcPts val="0"/>
              </a:spcBef>
              <a:spcAft>
                <a:spcPts val="0"/>
              </a:spcAft>
              <a:buNone/>
              <a:defRPr sz="1400">
                <a:solidFill>
                  <a:schemeClr val="lt2"/>
                </a:solidFill>
                <a:latin typeface="Times New Roman"/>
                <a:ea typeface="Times New Roman"/>
                <a:cs typeface="Times New Roman"/>
                <a:sym typeface="Times New Roman"/>
              </a:defRPr>
            </a:lvl1pPr>
            <a:lvl2pPr indent="0" lvl="1" marL="0" marR="0" algn="r">
              <a:spcBef>
                <a:spcPts val="0"/>
              </a:spcBef>
              <a:spcAft>
                <a:spcPts val="0"/>
              </a:spcAft>
              <a:buNone/>
              <a:defRPr sz="1400">
                <a:solidFill>
                  <a:schemeClr val="lt2"/>
                </a:solidFill>
                <a:latin typeface="Times New Roman"/>
                <a:ea typeface="Times New Roman"/>
                <a:cs typeface="Times New Roman"/>
                <a:sym typeface="Times New Roman"/>
              </a:defRPr>
            </a:lvl2pPr>
            <a:lvl3pPr indent="0" lvl="2" marL="0" marR="0" algn="r">
              <a:spcBef>
                <a:spcPts val="0"/>
              </a:spcBef>
              <a:spcAft>
                <a:spcPts val="0"/>
              </a:spcAft>
              <a:buNone/>
              <a:defRPr sz="1400">
                <a:solidFill>
                  <a:schemeClr val="lt2"/>
                </a:solidFill>
                <a:latin typeface="Times New Roman"/>
                <a:ea typeface="Times New Roman"/>
                <a:cs typeface="Times New Roman"/>
                <a:sym typeface="Times New Roman"/>
              </a:defRPr>
            </a:lvl3pPr>
            <a:lvl4pPr indent="0" lvl="3" marL="0" marR="0" algn="r">
              <a:spcBef>
                <a:spcPts val="0"/>
              </a:spcBef>
              <a:spcAft>
                <a:spcPts val="0"/>
              </a:spcAft>
              <a:buNone/>
              <a:defRPr sz="1400">
                <a:solidFill>
                  <a:schemeClr val="lt2"/>
                </a:solidFill>
                <a:latin typeface="Times New Roman"/>
                <a:ea typeface="Times New Roman"/>
                <a:cs typeface="Times New Roman"/>
                <a:sym typeface="Times New Roman"/>
              </a:defRPr>
            </a:lvl4pPr>
            <a:lvl5pPr indent="0" lvl="4" marL="0" marR="0" algn="r">
              <a:spcBef>
                <a:spcPts val="0"/>
              </a:spcBef>
              <a:spcAft>
                <a:spcPts val="0"/>
              </a:spcAft>
              <a:buNone/>
              <a:defRPr sz="1400">
                <a:solidFill>
                  <a:schemeClr val="lt2"/>
                </a:solidFill>
                <a:latin typeface="Times New Roman"/>
                <a:ea typeface="Times New Roman"/>
                <a:cs typeface="Times New Roman"/>
                <a:sym typeface="Times New Roman"/>
              </a:defRPr>
            </a:lvl5pPr>
            <a:lvl6pPr indent="0" lvl="5" marL="0" marR="0" algn="r">
              <a:spcBef>
                <a:spcPts val="0"/>
              </a:spcBef>
              <a:spcAft>
                <a:spcPts val="0"/>
              </a:spcAft>
              <a:buNone/>
              <a:defRPr sz="1400">
                <a:solidFill>
                  <a:schemeClr val="lt2"/>
                </a:solidFill>
                <a:latin typeface="Times New Roman"/>
                <a:ea typeface="Times New Roman"/>
                <a:cs typeface="Times New Roman"/>
                <a:sym typeface="Times New Roman"/>
              </a:defRPr>
            </a:lvl6pPr>
            <a:lvl7pPr indent="0" lvl="6" marL="0" marR="0" algn="r">
              <a:spcBef>
                <a:spcPts val="0"/>
              </a:spcBef>
              <a:spcAft>
                <a:spcPts val="0"/>
              </a:spcAft>
              <a:buNone/>
              <a:defRPr sz="1400">
                <a:solidFill>
                  <a:schemeClr val="lt2"/>
                </a:solidFill>
                <a:latin typeface="Times New Roman"/>
                <a:ea typeface="Times New Roman"/>
                <a:cs typeface="Times New Roman"/>
                <a:sym typeface="Times New Roman"/>
              </a:defRPr>
            </a:lvl7pPr>
            <a:lvl8pPr indent="0" lvl="7" marL="0" marR="0" algn="r">
              <a:spcBef>
                <a:spcPts val="0"/>
              </a:spcBef>
              <a:spcAft>
                <a:spcPts val="0"/>
              </a:spcAft>
              <a:buNone/>
              <a:defRPr sz="1400">
                <a:solidFill>
                  <a:schemeClr val="lt2"/>
                </a:solidFill>
                <a:latin typeface="Times New Roman"/>
                <a:ea typeface="Times New Roman"/>
                <a:cs typeface="Times New Roman"/>
                <a:sym typeface="Times New Roman"/>
              </a:defRPr>
            </a:lvl8pPr>
            <a:lvl9pPr indent="0" lvl="8" marL="0" marR="0" algn="r">
              <a:spcBef>
                <a:spcPts val="0"/>
              </a:spcBef>
              <a:spcAft>
                <a:spcPts val="0"/>
              </a:spcAft>
              <a:buNone/>
              <a:defRPr sz="1400">
                <a:solidFill>
                  <a:schemeClr val="lt2"/>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0" name="Shape 50"/>
        <p:cNvGrpSpPr/>
        <p:nvPr/>
      </p:nvGrpSpPr>
      <p:grpSpPr>
        <a:xfrm>
          <a:off x="0" y="0"/>
          <a:ext cx="0" cy="0"/>
          <a:chOff x="0" y="0"/>
          <a:chExt cx="0" cy="0"/>
        </a:xfrm>
      </p:grpSpPr>
      <p:sp>
        <p:nvSpPr>
          <p:cNvPr id="51" name="Google Shape;51;p9"/>
          <p:cNvSpPr txBox="1"/>
          <p:nvPr>
            <p:ph idx="12" type="sldNum"/>
          </p:nvPr>
        </p:nvSpPr>
        <p:spPr>
          <a:xfrm>
            <a:off x="6553200" y="6400800"/>
            <a:ext cx="1905000" cy="457200"/>
          </a:xfrm>
          <a:prstGeom prst="rect">
            <a:avLst/>
          </a:prstGeom>
          <a:noFill/>
          <a:ln>
            <a:noFill/>
          </a:ln>
        </p:spPr>
        <p:txBody>
          <a:bodyPr anchorCtr="0" anchor="t" bIns="45700" lIns="91425" spcFirstLastPara="1" rIns="91425" wrap="square" tIns="45700">
            <a:noAutofit/>
          </a:bodyPr>
          <a:lstStyle>
            <a:lvl1pPr indent="0" lvl="0" marL="0" marR="0" algn="r">
              <a:spcBef>
                <a:spcPts val="0"/>
              </a:spcBef>
              <a:spcAft>
                <a:spcPts val="0"/>
              </a:spcAft>
              <a:buNone/>
              <a:defRPr sz="1400">
                <a:solidFill>
                  <a:schemeClr val="lt2"/>
                </a:solidFill>
                <a:latin typeface="Times New Roman"/>
                <a:ea typeface="Times New Roman"/>
                <a:cs typeface="Times New Roman"/>
                <a:sym typeface="Times New Roman"/>
              </a:defRPr>
            </a:lvl1pPr>
            <a:lvl2pPr indent="0" lvl="1" marL="0" marR="0" algn="r">
              <a:spcBef>
                <a:spcPts val="0"/>
              </a:spcBef>
              <a:spcAft>
                <a:spcPts val="0"/>
              </a:spcAft>
              <a:buNone/>
              <a:defRPr sz="1400">
                <a:solidFill>
                  <a:schemeClr val="lt2"/>
                </a:solidFill>
                <a:latin typeface="Times New Roman"/>
                <a:ea typeface="Times New Roman"/>
                <a:cs typeface="Times New Roman"/>
                <a:sym typeface="Times New Roman"/>
              </a:defRPr>
            </a:lvl2pPr>
            <a:lvl3pPr indent="0" lvl="2" marL="0" marR="0" algn="r">
              <a:spcBef>
                <a:spcPts val="0"/>
              </a:spcBef>
              <a:spcAft>
                <a:spcPts val="0"/>
              </a:spcAft>
              <a:buNone/>
              <a:defRPr sz="1400">
                <a:solidFill>
                  <a:schemeClr val="lt2"/>
                </a:solidFill>
                <a:latin typeface="Times New Roman"/>
                <a:ea typeface="Times New Roman"/>
                <a:cs typeface="Times New Roman"/>
                <a:sym typeface="Times New Roman"/>
              </a:defRPr>
            </a:lvl3pPr>
            <a:lvl4pPr indent="0" lvl="3" marL="0" marR="0" algn="r">
              <a:spcBef>
                <a:spcPts val="0"/>
              </a:spcBef>
              <a:spcAft>
                <a:spcPts val="0"/>
              </a:spcAft>
              <a:buNone/>
              <a:defRPr sz="1400">
                <a:solidFill>
                  <a:schemeClr val="lt2"/>
                </a:solidFill>
                <a:latin typeface="Times New Roman"/>
                <a:ea typeface="Times New Roman"/>
                <a:cs typeface="Times New Roman"/>
                <a:sym typeface="Times New Roman"/>
              </a:defRPr>
            </a:lvl4pPr>
            <a:lvl5pPr indent="0" lvl="4" marL="0" marR="0" algn="r">
              <a:spcBef>
                <a:spcPts val="0"/>
              </a:spcBef>
              <a:spcAft>
                <a:spcPts val="0"/>
              </a:spcAft>
              <a:buNone/>
              <a:defRPr sz="1400">
                <a:solidFill>
                  <a:schemeClr val="lt2"/>
                </a:solidFill>
                <a:latin typeface="Times New Roman"/>
                <a:ea typeface="Times New Roman"/>
                <a:cs typeface="Times New Roman"/>
                <a:sym typeface="Times New Roman"/>
              </a:defRPr>
            </a:lvl5pPr>
            <a:lvl6pPr indent="0" lvl="5" marL="0" marR="0" algn="r">
              <a:spcBef>
                <a:spcPts val="0"/>
              </a:spcBef>
              <a:spcAft>
                <a:spcPts val="0"/>
              </a:spcAft>
              <a:buNone/>
              <a:defRPr sz="1400">
                <a:solidFill>
                  <a:schemeClr val="lt2"/>
                </a:solidFill>
                <a:latin typeface="Times New Roman"/>
                <a:ea typeface="Times New Roman"/>
                <a:cs typeface="Times New Roman"/>
                <a:sym typeface="Times New Roman"/>
              </a:defRPr>
            </a:lvl6pPr>
            <a:lvl7pPr indent="0" lvl="6" marL="0" marR="0" algn="r">
              <a:spcBef>
                <a:spcPts val="0"/>
              </a:spcBef>
              <a:spcAft>
                <a:spcPts val="0"/>
              </a:spcAft>
              <a:buNone/>
              <a:defRPr sz="1400">
                <a:solidFill>
                  <a:schemeClr val="lt2"/>
                </a:solidFill>
                <a:latin typeface="Times New Roman"/>
                <a:ea typeface="Times New Roman"/>
                <a:cs typeface="Times New Roman"/>
                <a:sym typeface="Times New Roman"/>
              </a:defRPr>
            </a:lvl7pPr>
            <a:lvl8pPr indent="0" lvl="7" marL="0" marR="0" algn="r">
              <a:spcBef>
                <a:spcPts val="0"/>
              </a:spcBef>
              <a:spcAft>
                <a:spcPts val="0"/>
              </a:spcAft>
              <a:buNone/>
              <a:defRPr sz="1400">
                <a:solidFill>
                  <a:schemeClr val="lt2"/>
                </a:solidFill>
                <a:latin typeface="Times New Roman"/>
                <a:ea typeface="Times New Roman"/>
                <a:cs typeface="Times New Roman"/>
                <a:sym typeface="Times New Roman"/>
              </a:defRPr>
            </a:lvl8pPr>
            <a:lvl9pPr indent="0" lvl="8" marL="0" marR="0" algn="r">
              <a:spcBef>
                <a:spcPts val="0"/>
              </a:spcBef>
              <a:spcAft>
                <a:spcPts val="0"/>
              </a:spcAft>
              <a:buNone/>
              <a:defRPr sz="1400">
                <a:solidFill>
                  <a:schemeClr val="lt2"/>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2" name="Shape 52"/>
        <p:cNvGrpSpPr/>
        <p:nvPr/>
      </p:nvGrpSpPr>
      <p:grpSpPr>
        <a:xfrm>
          <a:off x="0" y="0"/>
          <a:ext cx="0" cy="0"/>
          <a:chOff x="0" y="0"/>
          <a:chExt cx="0" cy="0"/>
        </a:xfrm>
      </p:grpSpPr>
      <p:sp>
        <p:nvSpPr>
          <p:cNvPr id="53" name="Google Shape;53;p10"/>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b="1" sz="20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54" name="Google Shape;54;p10"/>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Autofit/>
          </a:bodyPr>
          <a:lstStyle>
            <a:lvl1pPr indent="-336550" lvl="0" marL="457200" algn="l">
              <a:spcBef>
                <a:spcPts val="595"/>
              </a:spcBef>
              <a:spcAft>
                <a:spcPts val="0"/>
              </a:spcAft>
              <a:buSzPts val="1700"/>
              <a:buChar char="●"/>
              <a:defRPr sz="1700"/>
            </a:lvl1pPr>
            <a:lvl2pPr indent="-325755" lvl="1" marL="914400" algn="l">
              <a:spcBef>
                <a:spcPts val="595"/>
              </a:spcBef>
              <a:spcAft>
                <a:spcPts val="0"/>
              </a:spcAft>
              <a:buSzPts val="1530"/>
              <a:buChar char="●"/>
              <a:defRPr sz="1700"/>
            </a:lvl2pPr>
            <a:lvl3pPr indent="-320357" lvl="2" marL="1371600" algn="l">
              <a:spcBef>
                <a:spcPts val="595"/>
              </a:spcBef>
              <a:spcAft>
                <a:spcPts val="0"/>
              </a:spcAft>
              <a:buSzPts val="1445"/>
              <a:buChar char="4"/>
              <a:defRPr sz="1700"/>
            </a:lvl3pPr>
            <a:lvl4pPr indent="-336550" lvl="3" marL="1828800" algn="l">
              <a:spcBef>
                <a:spcPts val="595"/>
              </a:spcBef>
              <a:spcAft>
                <a:spcPts val="0"/>
              </a:spcAft>
              <a:buSzPts val="1700"/>
              <a:buChar char="–"/>
              <a:defRPr sz="1700"/>
            </a:lvl4pPr>
            <a:lvl5pPr indent="-309562" lvl="4" marL="2286000" algn="l">
              <a:spcBef>
                <a:spcPts val="595"/>
              </a:spcBef>
              <a:spcAft>
                <a:spcPts val="0"/>
              </a:spcAft>
              <a:buSzPts val="1275"/>
              <a:buFont typeface="Helvetica Neue"/>
              <a:buChar char="»"/>
              <a:defRPr sz="1700"/>
            </a:lvl5pPr>
            <a:lvl6pPr indent="-323850" lvl="5" marL="2743200" algn="l">
              <a:spcBef>
                <a:spcPts val="700"/>
              </a:spcBef>
              <a:spcAft>
                <a:spcPts val="0"/>
              </a:spcAft>
              <a:buSzPts val="1500"/>
              <a:buFont typeface="Helvetica Neue"/>
              <a:buChar char="»"/>
              <a:defRPr sz="2000"/>
            </a:lvl6pPr>
            <a:lvl7pPr indent="-323850" lvl="6" marL="3200400" algn="l">
              <a:spcBef>
                <a:spcPts val="700"/>
              </a:spcBef>
              <a:spcAft>
                <a:spcPts val="0"/>
              </a:spcAft>
              <a:buSzPts val="1500"/>
              <a:buFont typeface="Helvetica Neue"/>
              <a:buChar char="»"/>
              <a:defRPr sz="2000"/>
            </a:lvl7pPr>
            <a:lvl8pPr indent="-323850" lvl="7" marL="3657600" algn="l">
              <a:spcBef>
                <a:spcPts val="700"/>
              </a:spcBef>
              <a:spcAft>
                <a:spcPts val="0"/>
              </a:spcAft>
              <a:buSzPts val="1500"/>
              <a:buFont typeface="Helvetica Neue"/>
              <a:buChar char="»"/>
              <a:defRPr sz="2000"/>
            </a:lvl8pPr>
            <a:lvl9pPr indent="-323850" lvl="8" marL="4114800" algn="l">
              <a:spcBef>
                <a:spcPts val="700"/>
              </a:spcBef>
              <a:spcAft>
                <a:spcPts val="0"/>
              </a:spcAft>
              <a:buSzPts val="1500"/>
              <a:buFont typeface="Helvetica Neue"/>
              <a:buChar char="»"/>
              <a:defRPr sz="2000"/>
            </a:lvl9pPr>
          </a:lstStyle>
          <a:p/>
        </p:txBody>
      </p:sp>
      <p:sp>
        <p:nvSpPr>
          <p:cNvPr id="55" name="Google Shape;55;p10"/>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Autofit/>
          </a:bodyPr>
          <a:lstStyle>
            <a:lvl1pPr indent="-228600" lvl="0" marL="457200" algn="l">
              <a:spcBef>
                <a:spcPts val="490"/>
              </a:spcBef>
              <a:spcAft>
                <a:spcPts val="0"/>
              </a:spcAft>
              <a:buSzPts val="1400"/>
              <a:buNone/>
              <a:defRPr sz="1400"/>
            </a:lvl1pPr>
            <a:lvl2pPr indent="-228600" lvl="1" marL="914400" algn="l">
              <a:spcBef>
                <a:spcPts val="420"/>
              </a:spcBef>
              <a:spcAft>
                <a:spcPts val="0"/>
              </a:spcAft>
              <a:buSzPts val="1080"/>
              <a:buNone/>
              <a:defRPr sz="1200"/>
            </a:lvl2pPr>
            <a:lvl3pPr indent="-228600" lvl="2" marL="1371600" algn="l">
              <a:spcBef>
                <a:spcPts val="350"/>
              </a:spcBef>
              <a:spcAft>
                <a:spcPts val="0"/>
              </a:spcAft>
              <a:buSzPts val="850"/>
              <a:buNone/>
              <a:defRPr sz="1000"/>
            </a:lvl3pPr>
            <a:lvl4pPr indent="-228600" lvl="3" marL="1828800" algn="l">
              <a:spcBef>
                <a:spcPts val="315"/>
              </a:spcBef>
              <a:spcAft>
                <a:spcPts val="0"/>
              </a:spcAft>
              <a:buSzPts val="900"/>
              <a:buNone/>
              <a:defRPr sz="900"/>
            </a:lvl4pPr>
            <a:lvl5pPr indent="-228600" lvl="4" marL="2286000" algn="l">
              <a:spcBef>
                <a:spcPts val="315"/>
              </a:spcBef>
              <a:spcAft>
                <a:spcPts val="0"/>
              </a:spcAft>
              <a:buSzPts val="675"/>
              <a:buFont typeface="Helvetica Neue"/>
              <a:buNone/>
              <a:defRPr sz="900"/>
            </a:lvl5pPr>
            <a:lvl6pPr indent="-228600" lvl="5" marL="2743200" algn="l">
              <a:spcBef>
                <a:spcPts val="315"/>
              </a:spcBef>
              <a:spcAft>
                <a:spcPts val="0"/>
              </a:spcAft>
              <a:buSzPts val="675"/>
              <a:buFont typeface="Helvetica Neue"/>
              <a:buNone/>
              <a:defRPr sz="900"/>
            </a:lvl6pPr>
            <a:lvl7pPr indent="-228600" lvl="6" marL="3200400" algn="l">
              <a:spcBef>
                <a:spcPts val="315"/>
              </a:spcBef>
              <a:spcAft>
                <a:spcPts val="0"/>
              </a:spcAft>
              <a:buSzPts val="675"/>
              <a:buFont typeface="Helvetica Neue"/>
              <a:buNone/>
              <a:defRPr sz="900"/>
            </a:lvl7pPr>
            <a:lvl8pPr indent="-228600" lvl="7" marL="3657600" algn="l">
              <a:spcBef>
                <a:spcPts val="315"/>
              </a:spcBef>
              <a:spcAft>
                <a:spcPts val="0"/>
              </a:spcAft>
              <a:buSzPts val="675"/>
              <a:buFont typeface="Helvetica Neue"/>
              <a:buNone/>
              <a:defRPr sz="900"/>
            </a:lvl8pPr>
            <a:lvl9pPr indent="-228600" lvl="8" marL="4114800" algn="l">
              <a:spcBef>
                <a:spcPts val="315"/>
              </a:spcBef>
              <a:spcAft>
                <a:spcPts val="0"/>
              </a:spcAft>
              <a:buSzPts val="675"/>
              <a:buFont typeface="Helvetica Neue"/>
              <a:buNone/>
              <a:defRPr sz="900"/>
            </a:lvl9pPr>
          </a:lstStyle>
          <a:p/>
        </p:txBody>
      </p:sp>
      <p:sp>
        <p:nvSpPr>
          <p:cNvPr id="56" name="Google Shape;56;p10"/>
          <p:cNvSpPr txBox="1"/>
          <p:nvPr>
            <p:ph idx="12" type="sldNum"/>
          </p:nvPr>
        </p:nvSpPr>
        <p:spPr>
          <a:xfrm>
            <a:off x="6553200" y="6400800"/>
            <a:ext cx="1905000" cy="457200"/>
          </a:xfrm>
          <a:prstGeom prst="rect">
            <a:avLst/>
          </a:prstGeom>
          <a:noFill/>
          <a:ln>
            <a:noFill/>
          </a:ln>
        </p:spPr>
        <p:txBody>
          <a:bodyPr anchorCtr="0" anchor="t" bIns="45700" lIns="91425" spcFirstLastPara="1" rIns="91425" wrap="square" tIns="45700">
            <a:noAutofit/>
          </a:bodyPr>
          <a:lstStyle>
            <a:lvl1pPr indent="0" lvl="0" marL="0" marR="0" algn="r">
              <a:spcBef>
                <a:spcPts val="0"/>
              </a:spcBef>
              <a:spcAft>
                <a:spcPts val="0"/>
              </a:spcAft>
              <a:buNone/>
              <a:defRPr sz="1400">
                <a:solidFill>
                  <a:schemeClr val="lt2"/>
                </a:solidFill>
                <a:latin typeface="Times New Roman"/>
                <a:ea typeface="Times New Roman"/>
                <a:cs typeface="Times New Roman"/>
                <a:sym typeface="Times New Roman"/>
              </a:defRPr>
            </a:lvl1pPr>
            <a:lvl2pPr indent="0" lvl="1" marL="0" marR="0" algn="r">
              <a:spcBef>
                <a:spcPts val="0"/>
              </a:spcBef>
              <a:spcAft>
                <a:spcPts val="0"/>
              </a:spcAft>
              <a:buNone/>
              <a:defRPr sz="1400">
                <a:solidFill>
                  <a:schemeClr val="lt2"/>
                </a:solidFill>
                <a:latin typeface="Times New Roman"/>
                <a:ea typeface="Times New Roman"/>
                <a:cs typeface="Times New Roman"/>
                <a:sym typeface="Times New Roman"/>
              </a:defRPr>
            </a:lvl2pPr>
            <a:lvl3pPr indent="0" lvl="2" marL="0" marR="0" algn="r">
              <a:spcBef>
                <a:spcPts val="0"/>
              </a:spcBef>
              <a:spcAft>
                <a:spcPts val="0"/>
              </a:spcAft>
              <a:buNone/>
              <a:defRPr sz="1400">
                <a:solidFill>
                  <a:schemeClr val="lt2"/>
                </a:solidFill>
                <a:latin typeface="Times New Roman"/>
                <a:ea typeface="Times New Roman"/>
                <a:cs typeface="Times New Roman"/>
                <a:sym typeface="Times New Roman"/>
              </a:defRPr>
            </a:lvl3pPr>
            <a:lvl4pPr indent="0" lvl="3" marL="0" marR="0" algn="r">
              <a:spcBef>
                <a:spcPts val="0"/>
              </a:spcBef>
              <a:spcAft>
                <a:spcPts val="0"/>
              </a:spcAft>
              <a:buNone/>
              <a:defRPr sz="1400">
                <a:solidFill>
                  <a:schemeClr val="lt2"/>
                </a:solidFill>
                <a:latin typeface="Times New Roman"/>
                <a:ea typeface="Times New Roman"/>
                <a:cs typeface="Times New Roman"/>
                <a:sym typeface="Times New Roman"/>
              </a:defRPr>
            </a:lvl4pPr>
            <a:lvl5pPr indent="0" lvl="4" marL="0" marR="0" algn="r">
              <a:spcBef>
                <a:spcPts val="0"/>
              </a:spcBef>
              <a:spcAft>
                <a:spcPts val="0"/>
              </a:spcAft>
              <a:buNone/>
              <a:defRPr sz="1400">
                <a:solidFill>
                  <a:schemeClr val="lt2"/>
                </a:solidFill>
                <a:latin typeface="Times New Roman"/>
                <a:ea typeface="Times New Roman"/>
                <a:cs typeface="Times New Roman"/>
                <a:sym typeface="Times New Roman"/>
              </a:defRPr>
            </a:lvl5pPr>
            <a:lvl6pPr indent="0" lvl="5" marL="0" marR="0" algn="r">
              <a:spcBef>
                <a:spcPts val="0"/>
              </a:spcBef>
              <a:spcAft>
                <a:spcPts val="0"/>
              </a:spcAft>
              <a:buNone/>
              <a:defRPr sz="1400">
                <a:solidFill>
                  <a:schemeClr val="lt2"/>
                </a:solidFill>
                <a:latin typeface="Times New Roman"/>
                <a:ea typeface="Times New Roman"/>
                <a:cs typeface="Times New Roman"/>
                <a:sym typeface="Times New Roman"/>
              </a:defRPr>
            </a:lvl6pPr>
            <a:lvl7pPr indent="0" lvl="6" marL="0" marR="0" algn="r">
              <a:spcBef>
                <a:spcPts val="0"/>
              </a:spcBef>
              <a:spcAft>
                <a:spcPts val="0"/>
              </a:spcAft>
              <a:buNone/>
              <a:defRPr sz="1400">
                <a:solidFill>
                  <a:schemeClr val="lt2"/>
                </a:solidFill>
                <a:latin typeface="Times New Roman"/>
                <a:ea typeface="Times New Roman"/>
                <a:cs typeface="Times New Roman"/>
                <a:sym typeface="Times New Roman"/>
              </a:defRPr>
            </a:lvl7pPr>
            <a:lvl8pPr indent="0" lvl="7" marL="0" marR="0" algn="r">
              <a:spcBef>
                <a:spcPts val="0"/>
              </a:spcBef>
              <a:spcAft>
                <a:spcPts val="0"/>
              </a:spcAft>
              <a:buNone/>
              <a:defRPr sz="1400">
                <a:solidFill>
                  <a:schemeClr val="lt2"/>
                </a:solidFill>
                <a:latin typeface="Times New Roman"/>
                <a:ea typeface="Times New Roman"/>
                <a:cs typeface="Times New Roman"/>
                <a:sym typeface="Times New Roman"/>
              </a:defRPr>
            </a:lvl8pPr>
            <a:lvl9pPr indent="0" lvl="8" marL="0" marR="0" algn="r">
              <a:spcBef>
                <a:spcPts val="0"/>
              </a:spcBef>
              <a:spcAft>
                <a:spcPts val="0"/>
              </a:spcAft>
              <a:buNone/>
              <a:defRPr sz="1400">
                <a:solidFill>
                  <a:schemeClr val="lt2"/>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57" name="Shape 57"/>
        <p:cNvGrpSpPr/>
        <p:nvPr/>
      </p:nvGrpSpPr>
      <p:grpSpPr>
        <a:xfrm>
          <a:off x="0" y="0"/>
          <a:ext cx="0" cy="0"/>
          <a:chOff x="0" y="0"/>
          <a:chExt cx="0" cy="0"/>
        </a:xfrm>
      </p:grpSpPr>
      <p:sp>
        <p:nvSpPr>
          <p:cNvPr id="58" name="Google Shape;58;p11"/>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b="1" sz="20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59" name="Google Shape;59;p11"/>
          <p:cNvSpPr/>
          <p:nvPr>
            <p:ph idx="2" type="pic"/>
          </p:nvPr>
        </p:nvSpPr>
        <p:spPr>
          <a:xfrm>
            <a:off x="1792288" y="612775"/>
            <a:ext cx="5486400" cy="4114800"/>
          </a:xfrm>
          <a:prstGeom prst="rect">
            <a:avLst/>
          </a:prstGeom>
          <a:noFill/>
          <a:ln>
            <a:noFill/>
          </a:ln>
        </p:spPr>
      </p:sp>
      <p:sp>
        <p:nvSpPr>
          <p:cNvPr id="60" name="Google Shape;60;p11"/>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Autofit/>
          </a:bodyPr>
          <a:lstStyle>
            <a:lvl1pPr indent="-228600" lvl="0" marL="457200" algn="l">
              <a:spcBef>
                <a:spcPts val="490"/>
              </a:spcBef>
              <a:spcAft>
                <a:spcPts val="0"/>
              </a:spcAft>
              <a:buSzPts val="1400"/>
              <a:buNone/>
              <a:defRPr sz="1400"/>
            </a:lvl1pPr>
            <a:lvl2pPr indent="-228600" lvl="1" marL="914400" algn="l">
              <a:spcBef>
                <a:spcPts val="420"/>
              </a:spcBef>
              <a:spcAft>
                <a:spcPts val="0"/>
              </a:spcAft>
              <a:buSzPts val="1080"/>
              <a:buNone/>
              <a:defRPr sz="1200"/>
            </a:lvl2pPr>
            <a:lvl3pPr indent="-228600" lvl="2" marL="1371600" algn="l">
              <a:spcBef>
                <a:spcPts val="350"/>
              </a:spcBef>
              <a:spcAft>
                <a:spcPts val="0"/>
              </a:spcAft>
              <a:buSzPts val="850"/>
              <a:buNone/>
              <a:defRPr sz="1000"/>
            </a:lvl3pPr>
            <a:lvl4pPr indent="-228600" lvl="3" marL="1828800" algn="l">
              <a:spcBef>
                <a:spcPts val="315"/>
              </a:spcBef>
              <a:spcAft>
                <a:spcPts val="0"/>
              </a:spcAft>
              <a:buSzPts val="900"/>
              <a:buNone/>
              <a:defRPr sz="900"/>
            </a:lvl4pPr>
            <a:lvl5pPr indent="-228600" lvl="4" marL="2286000" algn="l">
              <a:spcBef>
                <a:spcPts val="315"/>
              </a:spcBef>
              <a:spcAft>
                <a:spcPts val="0"/>
              </a:spcAft>
              <a:buSzPts val="675"/>
              <a:buFont typeface="Helvetica Neue"/>
              <a:buNone/>
              <a:defRPr sz="900"/>
            </a:lvl5pPr>
            <a:lvl6pPr indent="-228600" lvl="5" marL="2743200" algn="l">
              <a:spcBef>
                <a:spcPts val="315"/>
              </a:spcBef>
              <a:spcAft>
                <a:spcPts val="0"/>
              </a:spcAft>
              <a:buSzPts val="675"/>
              <a:buFont typeface="Helvetica Neue"/>
              <a:buNone/>
              <a:defRPr sz="900"/>
            </a:lvl6pPr>
            <a:lvl7pPr indent="-228600" lvl="6" marL="3200400" algn="l">
              <a:spcBef>
                <a:spcPts val="315"/>
              </a:spcBef>
              <a:spcAft>
                <a:spcPts val="0"/>
              </a:spcAft>
              <a:buSzPts val="675"/>
              <a:buFont typeface="Helvetica Neue"/>
              <a:buNone/>
              <a:defRPr sz="900"/>
            </a:lvl7pPr>
            <a:lvl8pPr indent="-228600" lvl="7" marL="3657600" algn="l">
              <a:spcBef>
                <a:spcPts val="315"/>
              </a:spcBef>
              <a:spcAft>
                <a:spcPts val="0"/>
              </a:spcAft>
              <a:buSzPts val="675"/>
              <a:buFont typeface="Helvetica Neue"/>
              <a:buNone/>
              <a:defRPr sz="900"/>
            </a:lvl8pPr>
            <a:lvl9pPr indent="-228600" lvl="8" marL="4114800" algn="l">
              <a:spcBef>
                <a:spcPts val="315"/>
              </a:spcBef>
              <a:spcAft>
                <a:spcPts val="0"/>
              </a:spcAft>
              <a:buSzPts val="675"/>
              <a:buFont typeface="Helvetica Neue"/>
              <a:buNone/>
              <a:defRPr sz="900"/>
            </a:lvl9pPr>
          </a:lstStyle>
          <a:p/>
        </p:txBody>
      </p:sp>
      <p:sp>
        <p:nvSpPr>
          <p:cNvPr id="61" name="Google Shape;61;p11"/>
          <p:cNvSpPr txBox="1"/>
          <p:nvPr>
            <p:ph idx="12" type="sldNum"/>
          </p:nvPr>
        </p:nvSpPr>
        <p:spPr>
          <a:xfrm>
            <a:off x="6553200" y="6400800"/>
            <a:ext cx="1905000" cy="457200"/>
          </a:xfrm>
          <a:prstGeom prst="rect">
            <a:avLst/>
          </a:prstGeom>
          <a:noFill/>
          <a:ln>
            <a:noFill/>
          </a:ln>
        </p:spPr>
        <p:txBody>
          <a:bodyPr anchorCtr="0" anchor="t" bIns="45700" lIns="91425" spcFirstLastPara="1" rIns="91425" wrap="square" tIns="45700">
            <a:noAutofit/>
          </a:bodyPr>
          <a:lstStyle>
            <a:lvl1pPr indent="0" lvl="0" marL="0" marR="0" algn="r">
              <a:spcBef>
                <a:spcPts val="0"/>
              </a:spcBef>
              <a:spcAft>
                <a:spcPts val="0"/>
              </a:spcAft>
              <a:buNone/>
              <a:defRPr sz="1400">
                <a:solidFill>
                  <a:schemeClr val="lt2"/>
                </a:solidFill>
                <a:latin typeface="Times New Roman"/>
                <a:ea typeface="Times New Roman"/>
                <a:cs typeface="Times New Roman"/>
                <a:sym typeface="Times New Roman"/>
              </a:defRPr>
            </a:lvl1pPr>
            <a:lvl2pPr indent="0" lvl="1" marL="0" marR="0" algn="r">
              <a:spcBef>
                <a:spcPts val="0"/>
              </a:spcBef>
              <a:spcAft>
                <a:spcPts val="0"/>
              </a:spcAft>
              <a:buNone/>
              <a:defRPr sz="1400">
                <a:solidFill>
                  <a:schemeClr val="lt2"/>
                </a:solidFill>
                <a:latin typeface="Times New Roman"/>
                <a:ea typeface="Times New Roman"/>
                <a:cs typeface="Times New Roman"/>
                <a:sym typeface="Times New Roman"/>
              </a:defRPr>
            </a:lvl2pPr>
            <a:lvl3pPr indent="0" lvl="2" marL="0" marR="0" algn="r">
              <a:spcBef>
                <a:spcPts val="0"/>
              </a:spcBef>
              <a:spcAft>
                <a:spcPts val="0"/>
              </a:spcAft>
              <a:buNone/>
              <a:defRPr sz="1400">
                <a:solidFill>
                  <a:schemeClr val="lt2"/>
                </a:solidFill>
                <a:latin typeface="Times New Roman"/>
                <a:ea typeface="Times New Roman"/>
                <a:cs typeface="Times New Roman"/>
                <a:sym typeface="Times New Roman"/>
              </a:defRPr>
            </a:lvl3pPr>
            <a:lvl4pPr indent="0" lvl="3" marL="0" marR="0" algn="r">
              <a:spcBef>
                <a:spcPts val="0"/>
              </a:spcBef>
              <a:spcAft>
                <a:spcPts val="0"/>
              </a:spcAft>
              <a:buNone/>
              <a:defRPr sz="1400">
                <a:solidFill>
                  <a:schemeClr val="lt2"/>
                </a:solidFill>
                <a:latin typeface="Times New Roman"/>
                <a:ea typeface="Times New Roman"/>
                <a:cs typeface="Times New Roman"/>
                <a:sym typeface="Times New Roman"/>
              </a:defRPr>
            </a:lvl4pPr>
            <a:lvl5pPr indent="0" lvl="4" marL="0" marR="0" algn="r">
              <a:spcBef>
                <a:spcPts val="0"/>
              </a:spcBef>
              <a:spcAft>
                <a:spcPts val="0"/>
              </a:spcAft>
              <a:buNone/>
              <a:defRPr sz="1400">
                <a:solidFill>
                  <a:schemeClr val="lt2"/>
                </a:solidFill>
                <a:latin typeface="Times New Roman"/>
                <a:ea typeface="Times New Roman"/>
                <a:cs typeface="Times New Roman"/>
                <a:sym typeface="Times New Roman"/>
              </a:defRPr>
            </a:lvl5pPr>
            <a:lvl6pPr indent="0" lvl="5" marL="0" marR="0" algn="r">
              <a:spcBef>
                <a:spcPts val="0"/>
              </a:spcBef>
              <a:spcAft>
                <a:spcPts val="0"/>
              </a:spcAft>
              <a:buNone/>
              <a:defRPr sz="1400">
                <a:solidFill>
                  <a:schemeClr val="lt2"/>
                </a:solidFill>
                <a:latin typeface="Times New Roman"/>
                <a:ea typeface="Times New Roman"/>
                <a:cs typeface="Times New Roman"/>
                <a:sym typeface="Times New Roman"/>
              </a:defRPr>
            </a:lvl6pPr>
            <a:lvl7pPr indent="0" lvl="6" marL="0" marR="0" algn="r">
              <a:spcBef>
                <a:spcPts val="0"/>
              </a:spcBef>
              <a:spcAft>
                <a:spcPts val="0"/>
              </a:spcAft>
              <a:buNone/>
              <a:defRPr sz="1400">
                <a:solidFill>
                  <a:schemeClr val="lt2"/>
                </a:solidFill>
                <a:latin typeface="Times New Roman"/>
                <a:ea typeface="Times New Roman"/>
                <a:cs typeface="Times New Roman"/>
                <a:sym typeface="Times New Roman"/>
              </a:defRPr>
            </a:lvl7pPr>
            <a:lvl8pPr indent="0" lvl="7" marL="0" marR="0" algn="r">
              <a:spcBef>
                <a:spcPts val="0"/>
              </a:spcBef>
              <a:spcAft>
                <a:spcPts val="0"/>
              </a:spcAft>
              <a:buNone/>
              <a:defRPr sz="1400">
                <a:solidFill>
                  <a:schemeClr val="lt2"/>
                </a:solidFill>
                <a:latin typeface="Times New Roman"/>
                <a:ea typeface="Times New Roman"/>
                <a:cs typeface="Times New Roman"/>
                <a:sym typeface="Times New Roman"/>
              </a:defRPr>
            </a:lvl8pPr>
            <a:lvl9pPr indent="0" lvl="8" marL="0" marR="0" algn="r">
              <a:spcBef>
                <a:spcPts val="0"/>
              </a:spcBef>
              <a:spcAft>
                <a:spcPts val="0"/>
              </a:spcAft>
              <a:buNone/>
              <a:defRPr sz="1400">
                <a:solidFill>
                  <a:schemeClr val="lt2"/>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2" name="Shape 62"/>
        <p:cNvGrpSpPr/>
        <p:nvPr/>
      </p:nvGrpSpPr>
      <p:grpSpPr>
        <a:xfrm>
          <a:off x="0" y="0"/>
          <a:ext cx="0" cy="0"/>
          <a:chOff x="0" y="0"/>
          <a:chExt cx="0" cy="0"/>
        </a:xfrm>
      </p:grpSpPr>
      <p:sp>
        <p:nvSpPr>
          <p:cNvPr id="63" name="Google Shape;63;p12"/>
          <p:cNvSpPr txBox="1"/>
          <p:nvPr>
            <p:ph type="title"/>
          </p:nvPr>
        </p:nvSpPr>
        <p:spPr>
          <a:xfrm>
            <a:off x="768350" y="117475"/>
            <a:ext cx="8077200" cy="609600"/>
          </a:xfrm>
          <a:prstGeom prst="rect">
            <a:avLst/>
          </a:prstGeom>
          <a:noFill/>
          <a:ln>
            <a:noFill/>
          </a:ln>
        </p:spPr>
        <p:txBody>
          <a:bodyPr anchorCtr="0" anchor="b"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64" name="Google Shape;64;p12"/>
          <p:cNvSpPr txBox="1"/>
          <p:nvPr>
            <p:ph idx="1" type="body"/>
          </p:nvPr>
        </p:nvSpPr>
        <p:spPr>
          <a:xfrm rot="5400000">
            <a:off x="2193132" y="-284956"/>
            <a:ext cx="4903787" cy="7661275"/>
          </a:xfrm>
          <a:prstGeom prst="rect">
            <a:avLst/>
          </a:prstGeom>
          <a:noFill/>
          <a:ln>
            <a:noFill/>
          </a:ln>
        </p:spPr>
        <p:txBody>
          <a:bodyPr anchorCtr="0" anchor="t" bIns="45700" lIns="91425" spcFirstLastPara="1" rIns="91425" wrap="square" tIns="45700">
            <a:noAutofit/>
          </a:bodyPr>
          <a:lstStyle>
            <a:lvl1pPr indent="-342900" lvl="0" marL="457200" algn="l">
              <a:spcBef>
                <a:spcPts val="630"/>
              </a:spcBef>
              <a:spcAft>
                <a:spcPts val="0"/>
              </a:spcAft>
              <a:buSzPts val="1800"/>
              <a:buChar char="●"/>
              <a:defRPr/>
            </a:lvl1pPr>
            <a:lvl2pPr indent="-331469" lvl="1" marL="914400" algn="l">
              <a:spcBef>
                <a:spcPts val="630"/>
              </a:spcBef>
              <a:spcAft>
                <a:spcPts val="0"/>
              </a:spcAft>
              <a:buSzPts val="1620"/>
              <a:buChar char="●"/>
              <a:defRPr/>
            </a:lvl2pPr>
            <a:lvl3pPr indent="-325755" lvl="2" marL="1371600" algn="l">
              <a:spcBef>
                <a:spcPts val="630"/>
              </a:spcBef>
              <a:spcAft>
                <a:spcPts val="0"/>
              </a:spcAft>
              <a:buSzPts val="1530"/>
              <a:buChar char="4"/>
              <a:defRPr/>
            </a:lvl3pPr>
            <a:lvl4pPr indent="-342900" lvl="3" marL="1828800" algn="l">
              <a:spcBef>
                <a:spcPts val="630"/>
              </a:spcBef>
              <a:spcAft>
                <a:spcPts val="0"/>
              </a:spcAft>
              <a:buSzPts val="1800"/>
              <a:buChar char="–"/>
              <a:defRPr/>
            </a:lvl4pPr>
            <a:lvl5pPr indent="-314325" lvl="4" marL="2286000" algn="l">
              <a:spcBef>
                <a:spcPts val="630"/>
              </a:spcBef>
              <a:spcAft>
                <a:spcPts val="0"/>
              </a:spcAft>
              <a:buSzPts val="1350"/>
              <a:buChar char="»"/>
              <a:defRPr/>
            </a:lvl5pPr>
            <a:lvl6pPr indent="-314325" lvl="5" marL="2743200" algn="l">
              <a:spcBef>
                <a:spcPts val="630"/>
              </a:spcBef>
              <a:spcAft>
                <a:spcPts val="0"/>
              </a:spcAft>
              <a:buSzPts val="1350"/>
              <a:buChar char="»"/>
              <a:defRPr/>
            </a:lvl6pPr>
            <a:lvl7pPr indent="-314325" lvl="6" marL="3200400" algn="l">
              <a:spcBef>
                <a:spcPts val="630"/>
              </a:spcBef>
              <a:spcAft>
                <a:spcPts val="0"/>
              </a:spcAft>
              <a:buSzPts val="1350"/>
              <a:buChar char="»"/>
              <a:defRPr/>
            </a:lvl7pPr>
            <a:lvl8pPr indent="-314325" lvl="7" marL="3657600" algn="l">
              <a:spcBef>
                <a:spcPts val="630"/>
              </a:spcBef>
              <a:spcAft>
                <a:spcPts val="0"/>
              </a:spcAft>
              <a:buSzPts val="1350"/>
              <a:buChar char="»"/>
              <a:defRPr/>
            </a:lvl8pPr>
            <a:lvl9pPr indent="-314325" lvl="8" marL="4114800" algn="l">
              <a:spcBef>
                <a:spcPts val="630"/>
              </a:spcBef>
              <a:spcAft>
                <a:spcPts val="0"/>
              </a:spcAft>
              <a:buSzPts val="1350"/>
              <a:buChar char="»"/>
              <a:defRPr/>
            </a:lvl9pPr>
          </a:lstStyle>
          <a:p/>
        </p:txBody>
      </p:sp>
      <p:sp>
        <p:nvSpPr>
          <p:cNvPr id="65" name="Google Shape;65;p12"/>
          <p:cNvSpPr txBox="1"/>
          <p:nvPr>
            <p:ph idx="12" type="sldNum"/>
          </p:nvPr>
        </p:nvSpPr>
        <p:spPr>
          <a:xfrm>
            <a:off x="6553200" y="6400800"/>
            <a:ext cx="1905000" cy="457200"/>
          </a:xfrm>
          <a:prstGeom prst="rect">
            <a:avLst/>
          </a:prstGeom>
          <a:noFill/>
          <a:ln>
            <a:noFill/>
          </a:ln>
        </p:spPr>
        <p:txBody>
          <a:bodyPr anchorCtr="0" anchor="t" bIns="45700" lIns="91425" spcFirstLastPara="1" rIns="91425" wrap="square" tIns="45700">
            <a:noAutofit/>
          </a:bodyPr>
          <a:lstStyle>
            <a:lvl1pPr indent="0" lvl="0" marL="0" marR="0" algn="r">
              <a:spcBef>
                <a:spcPts val="0"/>
              </a:spcBef>
              <a:spcAft>
                <a:spcPts val="0"/>
              </a:spcAft>
              <a:buNone/>
              <a:defRPr sz="1400">
                <a:solidFill>
                  <a:schemeClr val="lt2"/>
                </a:solidFill>
                <a:latin typeface="Times New Roman"/>
                <a:ea typeface="Times New Roman"/>
                <a:cs typeface="Times New Roman"/>
                <a:sym typeface="Times New Roman"/>
              </a:defRPr>
            </a:lvl1pPr>
            <a:lvl2pPr indent="0" lvl="1" marL="0" marR="0" algn="r">
              <a:spcBef>
                <a:spcPts val="0"/>
              </a:spcBef>
              <a:spcAft>
                <a:spcPts val="0"/>
              </a:spcAft>
              <a:buNone/>
              <a:defRPr sz="1400">
                <a:solidFill>
                  <a:schemeClr val="lt2"/>
                </a:solidFill>
                <a:latin typeface="Times New Roman"/>
                <a:ea typeface="Times New Roman"/>
                <a:cs typeface="Times New Roman"/>
                <a:sym typeface="Times New Roman"/>
              </a:defRPr>
            </a:lvl2pPr>
            <a:lvl3pPr indent="0" lvl="2" marL="0" marR="0" algn="r">
              <a:spcBef>
                <a:spcPts val="0"/>
              </a:spcBef>
              <a:spcAft>
                <a:spcPts val="0"/>
              </a:spcAft>
              <a:buNone/>
              <a:defRPr sz="1400">
                <a:solidFill>
                  <a:schemeClr val="lt2"/>
                </a:solidFill>
                <a:latin typeface="Times New Roman"/>
                <a:ea typeface="Times New Roman"/>
                <a:cs typeface="Times New Roman"/>
                <a:sym typeface="Times New Roman"/>
              </a:defRPr>
            </a:lvl3pPr>
            <a:lvl4pPr indent="0" lvl="3" marL="0" marR="0" algn="r">
              <a:spcBef>
                <a:spcPts val="0"/>
              </a:spcBef>
              <a:spcAft>
                <a:spcPts val="0"/>
              </a:spcAft>
              <a:buNone/>
              <a:defRPr sz="1400">
                <a:solidFill>
                  <a:schemeClr val="lt2"/>
                </a:solidFill>
                <a:latin typeface="Times New Roman"/>
                <a:ea typeface="Times New Roman"/>
                <a:cs typeface="Times New Roman"/>
                <a:sym typeface="Times New Roman"/>
              </a:defRPr>
            </a:lvl4pPr>
            <a:lvl5pPr indent="0" lvl="4" marL="0" marR="0" algn="r">
              <a:spcBef>
                <a:spcPts val="0"/>
              </a:spcBef>
              <a:spcAft>
                <a:spcPts val="0"/>
              </a:spcAft>
              <a:buNone/>
              <a:defRPr sz="1400">
                <a:solidFill>
                  <a:schemeClr val="lt2"/>
                </a:solidFill>
                <a:latin typeface="Times New Roman"/>
                <a:ea typeface="Times New Roman"/>
                <a:cs typeface="Times New Roman"/>
                <a:sym typeface="Times New Roman"/>
              </a:defRPr>
            </a:lvl5pPr>
            <a:lvl6pPr indent="0" lvl="5" marL="0" marR="0" algn="r">
              <a:spcBef>
                <a:spcPts val="0"/>
              </a:spcBef>
              <a:spcAft>
                <a:spcPts val="0"/>
              </a:spcAft>
              <a:buNone/>
              <a:defRPr sz="1400">
                <a:solidFill>
                  <a:schemeClr val="lt2"/>
                </a:solidFill>
                <a:latin typeface="Times New Roman"/>
                <a:ea typeface="Times New Roman"/>
                <a:cs typeface="Times New Roman"/>
                <a:sym typeface="Times New Roman"/>
              </a:defRPr>
            </a:lvl6pPr>
            <a:lvl7pPr indent="0" lvl="6" marL="0" marR="0" algn="r">
              <a:spcBef>
                <a:spcPts val="0"/>
              </a:spcBef>
              <a:spcAft>
                <a:spcPts val="0"/>
              </a:spcAft>
              <a:buNone/>
              <a:defRPr sz="1400">
                <a:solidFill>
                  <a:schemeClr val="lt2"/>
                </a:solidFill>
                <a:latin typeface="Times New Roman"/>
                <a:ea typeface="Times New Roman"/>
                <a:cs typeface="Times New Roman"/>
                <a:sym typeface="Times New Roman"/>
              </a:defRPr>
            </a:lvl7pPr>
            <a:lvl8pPr indent="0" lvl="7" marL="0" marR="0" algn="r">
              <a:spcBef>
                <a:spcPts val="0"/>
              </a:spcBef>
              <a:spcAft>
                <a:spcPts val="0"/>
              </a:spcAft>
              <a:buNone/>
              <a:defRPr sz="1400">
                <a:solidFill>
                  <a:schemeClr val="lt2"/>
                </a:solidFill>
                <a:latin typeface="Times New Roman"/>
                <a:ea typeface="Times New Roman"/>
                <a:cs typeface="Times New Roman"/>
                <a:sym typeface="Times New Roman"/>
              </a:defRPr>
            </a:lvl8pPr>
            <a:lvl9pPr indent="0" lvl="8" marL="0" marR="0" algn="r">
              <a:spcBef>
                <a:spcPts val="0"/>
              </a:spcBef>
              <a:spcAft>
                <a:spcPts val="0"/>
              </a:spcAft>
              <a:buNone/>
              <a:defRPr sz="1400">
                <a:solidFill>
                  <a:schemeClr val="lt2"/>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66" name="Shape 66"/>
        <p:cNvGrpSpPr/>
        <p:nvPr/>
      </p:nvGrpSpPr>
      <p:grpSpPr>
        <a:xfrm>
          <a:off x="0" y="0"/>
          <a:ext cx="0" cy="0"/>
          <a:chOff x="0" y="0"/>
          <a:chExt cx="0" cy="0"/>
        </a:xfrm>
      </p:grpSpPr>
      <p:sp>
        <p:nvSpPr>
          <p:cNvPr id="67" name="Google Shape;67;p13"/>
          <p:cNvSpPr txBox="1"/>
          <p:nvPr>
            <p:ph type="title"/>
          </p:nvPr>
        </p:nvSpPr>
        <p:spPr>
          <a:xfrm rot="5400000">
            <a:off x="4895850" y="2047875"/>
            <a:ext cx="5880100" cy="2019300"/>
          </a:xfrm>
          <a:prstGeom prst="rect">
            <a:avLst/>
          </a:prstGeom>
          <a:noFill/>
          <a:ln>
            <a:noFill/>
          </a:ln>
        </p:spPr>
        <p:txBody>
          <a:bodyPr anchorCtr="0" anchor="b"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68" name="Google Shape;68;p13"/>
          <p:cNvSpPr txBox="1"/>
          <p:nvPr>
            <p:ph idx="1" type="body"/>
          </p:nvPr>
        </p:nvSpPr>
        <p:spPr>
          <a:xfrm rot="5400000">
            <a:off x="781050" y="104775"/>
            <a:ext cx="5880100" cy="5905500"/>
          </a:xfrm>
          <a:prstGeom prst="rect">
            <a:avLst/>
          </a:prstGeom>
          <a:noFill/>
          <a:ln>
            <a:noFill/>
          </a:ln>
        </p:spPr>
        <p:txBody>
          <a:bodyPr anchorCtr="0" anchor="t" bIns="45700" lIns="91425" spcFirstLastPara="1" rIns="91425" wrap="square" tIns="45700">
            <a:noAutofit/>
          </a:bodyPr>
          <a:lstStyle>
            <a:lvl1pPr indent="-342900" lvl="0" marL="457200" algn="l">
              <a:spcBef>
                <a:spcPts val="630"/>
              </a:spcBef>
              <a:spcAft>
                <a:spcPts val="0"/>
              </a:spcAft>
              <a:buSzPts val="1800"/>
              <a:buChar char="●"/>
              <a:defRPr/>
            </a:lvl1pPr>
            <a:lvl2pPr indent="-331469" lvl="1" marL="914400" algn="l">
              <a:spcBef>
                <a:spcPts val="630"/>
              </a:spcBef>
              <a:spcAft>
                <a:spcPts val="0"/>
              </a:spcAft>
              <a:buSzPts val="1620"/>
              <a:buChar char="●"/>
              <a:defRPr/>
            </a:lvl2pPr>
            <a:lvl3pPr indent="-325755" lvl="2" marL="1371600" algn="l">
              <a:spcBef>
                <a:spcPts val="630"/>
              </a:spcBef>
              <a:spcAft>
                <a:spcPts val="0"/>
              </a:spcAft>
              <a:buSzPts val="1530"/>
              <a:buChar char="4"/>
              <a:defRPr/>
            </a:lvl3pPr>
            <a:lvl4pPr indent="-342900" lvl="3" marL="1828800" algn="l">
              <a:spcBef>
                <a:spcPts val="630"/>
              </a:spcBef>
              <a:spcAft>
                <a:spcPts val="0"/>
              </a:spcAft>
              <a:buSzPts val="1800"/>
              <a:buChar char="–"/>
              <a:defRPr/>
            </a:lvl4pPr>
            <a:lvl5pPr indent="-314325" lvl="4" marL="2286000" algn="l">
              <a:spcBef>
                <a:spcPts val="630"/>
              </a:spcBef>
              <a:spcAft>
                <a:spcPts val="0"/>
              </a:spcAft>
              <a:buSzPts val="1350"/>
              <a:buChar char="»"/>
              <a:defRPr/>
            </a:lvl5pPr>
            <a:lvl6pPr indent="-314325" lvl="5" marL="2743200" algn="l">
              <a:spcBef>
                <a:spcPts val="630"/>
              </a:spcBef>
              <a:spcAft>
                <a:spcPts val="0"/>
              </a:spcAft>
              <a:buSzPts val="1350"/>
              <a:buChar char="»"/>
              <a:defRPr/>
            </a:lvl6pPr>
            <a:lvl7pPr indent="-314325" lvl="6" marL="3200400" algn="l">
              <a:spcBef>
                <a:spcPts val="630"/>
              </a:spcBef>
              <a:spcAft>
                <a:spcPts val="0"/>
              </a:spcAft>
              <a:buSzPts val="1350"/>
              <a:buChar char="»"/>
              <a:defRPr/>
            </a:lvl7pPr>
            <a:lvl8pPr indent="-314325" lvl="7" marL="3657600" algn="l">
              <a:spcBef>
                <a:spcPts val="630"/>
              </a:spcBef>
              <a:spcAft>
                <a:spcPts val="0"/>
              </a:spcAft>
              <a:buSzPts val="1350"/>
              <a:buChar char="»"/>
              <a:defRPr/>
            </a:lvl8pPr>
            <a:lvl9pPr indent="-314325" lvl="8" marL="4114800" algn="l">
              <a:spcBef>
                <a:spcPts val="630"/>
              </a:spcBef>
              <a:spcAft>
                <a:spcPts val="0"/>
              </a:spcAft>
              <a:buSzPts val="1350"/>
              <a:buChar char="»"/>
              <a:defRPr/>
            </a:lvl9pPr>
          </a:lstStyle>
          <a:p/>
        </p:txBody>
      </p:sp>
      <p:sp>
        <p:nvSpPr>
          <p:cNvPr id="69" name="Google Shape;69;p13"/>
          <p:cNvSpPr txBox="1"/>
          <p:nvPr>
            <p:ph idx="12" type="sldNum"/>
          </p:nvPr>
        </p:nvSpPr>
        <p:spPr>
          <a:xfrm>
            <a:off x="6553200" y="6400800"/>
            <a:ext cx="1905000" cy="457200"/>
          </a:xfrm>
          <a:prstGeom prst="rect">
            <a:avLst/>
          </a:prstGeom>
          <a:noFill/>
          <a:ln>
            <a:noFill/>
          </a:ln>
        </p:spPr>
        <p:txBody>
          <a:bodyPr anchorCtr="0" anchor="t" bIns="45700" lIns="91425" spcFirstLastPara="1" rIns="91425" wrap="square" tIns="45700">
            <a:noAutofit/>
          </a:bodyPr>
          <a:lstStyle>
            <a:lvl1pPr indent="0" lvl="0" marL="0" marR="0" algn="r">
              <a:spcBef>
                <a:spcPts val="0"/>
              </a:spcBef>
              <a:spcAft>
                <a:spcPts val="0"/>
              </a:spcAft>
              <a:buNone/>
              <a:defRPr sz="1400">
                <a:solidFill>
                  <a:schemeClr val="lt2"/>
                </a:solidFill>
                <a:latin typeface="Times New Roman"/>
                <a:ea typeface="Times New Roman"/>
                <a:cs typeface="Times New Roman"/>
                <a:sym typeface="Times New Roman"/>
              </a:defRPr>
            </a:lvl1pPr>
            <a:lvl2pPr indent="0" lvl="1" marL="0" marR="0" algn="r">
              <a:spcBef>
                <a:spcPts val="0"/>
              </a:spcBef>
              <a:spcAft>
                <a:spcPts val="0"/>
              </a:spcAft>
              <a:buNone/>
              <a:defRPr sz="1400">
                <a:solidFill>
                  <a:schemeClr val="lt2"/>
                </a:solidFill>
                <a:latin typeface="Times New Roman"/>
                <a:ea typeface="Times New Roman"/>
                <a:cs typeface="Times New Roman"/>
                <a:sym typeface="Times New Roman"/>
              </a:defRPr>
            </a:lvl2pPr>
            <a:lvl3pPr indent="0" lvl="2" marL="0" marR="0" algn="r">
              <a:spcBef>
                <a:spcPts val="0"/>
              </a:spcBef>
              <a:spcAft>
                <a:spcPts val="0"/>
              </a:spcAft>
              <a:buNone/>
              <a:defRPr sz="1400">
                <a:solidFill>
                  <a:schemeClr val="lt2"/>
                </a:solidFill>
                <a:latin typeface="Times New Roman"/>
                <a:ea typeface="Times New Roman"/>
                <a:cs typeface="Times New Roman"/>
                <a:sym typeface="Times New Roman"/>
              </a:defRPr>
            </a:lvl3pPr>
            <a:lvl4pPr indent="0" lvl="3" marL="0" marR="0" algn="r">
              <a:spcBef>
                <a:spcPts val="0"/>
              </a:spcBef>
              <a:spcAft>
                <a:spcPts val="0"/>
              </a:spcAft>
              <a:buNone/>
              <a:defRPr sz="1400">
                <a:solidFill>
                  <a:schemeClr val="lt2"/>
                </a:solidFill>
                <a:latin typeface="Times New Roman"/>
                <a:ea typeface="Times New Roman"/>
                <a:cs typeface="Times New Roman"/>
                <a:sym typeface="Times New Roman"/>
              </a:defRPr>
            </a:lvl4pPr>
            <a:lvl5pPr indent="0" lvl="4" marL="0" marR="0" algn="r">
              <a:spcBef>
                <a:spcPts val="0"/>
              </a:spcBef>
              <a:spcAft>
                <a:spcPts val="0"/>
              </a:spcAft>
              <a:buNone/>
              <a:defRPr sz="1400">
                <a:solidFill>
                  <a:schemeClr val="lt2"/>
                </a:solidFill>
                <a:latin typeface="Times New Roman"/>
                <a:ea typeface="Times New Roman"/>
                <a:cs typeface="Times New Roman"/>
                <a:sym typeface="Times New Roman"/>
              </a:defRPr>
            </a:lvl5pPr>
            <a:lvl6pPr indent="0" lvl="5" marL="0" marR="0" algn="r">
              <a:spcBef>
                <a:spcPts val="0"/>
              </a:spcBef>
              <a:spcAft>
                <a:spcPts val="0"/>
              </a:spcAft>
              <a:buNone/>
              <a:defRPr sz="1400">
                <a:solidFill>
                  <a:schemeClr val="lt2"/>
                </a:solidFill>
                <a:latin typeface="Times New Roman"/>
                <a:ea typeface="Times New Roman"/>
                <a:cs typeface="Times New Roman"/>
                <a:sym typeface="Times New Roman"/>
              </a:defRPr>
            </a:lvl6pPr>
            <a:lvl7pPr indent="0" lvl="6" marL="0" marR="0" algn="r">
              <a:spcBef>
                <a:spcPts val="0"/>
              </a:spcBef>
              <a:spcAft>
                <a:spcPts val="0"/>
              </a:spcAft>
              <a:buNone/>
              <a:defRPr sz="1400">
                <a:solidFill>
                  <a:schemeClr val="lt2"/>
                </a:solidFill>
                <a:latin typeface="Times New Roman"/>
                <a:ea typeface="Times New Roman"/>
                <a:cs typeface="Times New Roman"/>
                <a:sym typeface="Times New Roman"/>
              </a:defRPr>
            </a:lvl7pPr>
            <a:lvl8pPr indent="0" lvl="7" marL="0" marR="0" algn="r">
              <a:spcBef>
                <a:spcPts val="0"/>
              </a:spcBef>
              <a:spcAft>
                <a:spcPts val="0"/>
              </a:spcAft>
              <a:buNone/>
              <a:defRPr sz="1400">
                <a:solidFill>
                  <a:schemeClr val="lt2"/>
                </a:solidFill>
                <a:latin typeface="Times New Roman"/>
                <a:ea typeface="Times New Roman"/>
                <a:cs typeface="Times New Roman"/>
                <a:sym typeface="Times New Roman"/>
              </a:defRPr>
            </a:lvl8pPr>
            <a:lvl9pPr indent="0" lvl="8" marL="0" marR="0" algn="r">
              <a:spcBef>
                <a:spcPts val="0"/>
              </a:spcBef>
              <a:spcAft>
                <a:spcPts val="0"/>
              </a:spcAft>
              <a:buNone/>
              <a:defRPr sz="1400">
                <a:solidFill>
                  <a:schemeClr val="lt2"/>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slideLayout" Target="../slideLayouts/slideLayout12.xml"/><Relationship Id="rId12" Type="http://schemas.openxmlformats.org/officeDocument/2006/relationships/slideLayout" Target="../slideLayouts/slideLayout11.xml"/><Relationship Id="rId1" Type="http://schemas.openxmlformats.org/officeDocument/2006/relationships/image" Target="../media/image13.jp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14" Type="http://schemas.openxmlformats.org/officeDocument/2006/relationships/theme" Target="../theme/theme1.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1"/>
        </a:solidFill>
      </p:bgPr>
    </p:bg>
    <p:spTree>
      <p:nvGrpSpPr>
        <p:cNvPr id="9" name="Shape 9"/>
        <p:cNvGrpSpPr/>
        <p:nvPr/>
      </p:nvGrpSpPr>
      <p:grpSpPr>
        <a:xfrm>
          <a:off x="0" y="0"/>
          <a:ext cx="0" cy="0"/>
          <a:chOff x="0" y="0"/>
          <a:chExt cx="0" cy="0"/>
        </a:xfrm>
      </p:grpSpPr>
      <p:sp>
        <p:nvSpPr>
          <p:cNvPr id="10" name="Google Shape;10;p1"/>
          <p:cNvSpPr txBox="1"/>
          <p:nvPr>
            <p:ph idx="1" type="body"/>
          </p:nvPr>
        </p:nvSpPr>
        <p:spPr>
          <a:xfrm>
            <a:off x="814388" y="1093788"/>
            <a:ext cx="7661275" cy="4903787"/>
          </a:xfrm>
          <a:prstGeom prst="rect">
            <a:avLst/>
          </a:prstGeom>
          <a:noFill/>
          <a:ln>
            <a:noFill/>
          </a:ln>
        </p:spPr>
        <p:txBody>
          <a:bodyPr anchorCtr="0" anchor="t" bIns="45700" lIns="91425" spcFirstLastPara="1" rIns="91425" wrap="square" tIns="45700">
            <a:noAutofit/>
          </a:bodyPr>
          <a:lstStyle>
            <a:lvl1pPr indent="-336550" lvl="0" marL="457200" marR="0" rtl="0" algn="l">
              <a:spcBef>
                <a:spcPts val="595"/>
              </a:spcBef>
              <a:spcAft>
                <a:spcPts val="0"/>
              </a:spcAft>
              <a:buClr>
                <a:srgbClr val="002060"/>
              </a:buClr>
              <a:buSzPts val="1700"/>
              <a:buFont typeface="Arial"/>
              <a:buChar char="●"/>
              <a:defRPr b="0" i="0" sz="1700" u="none" cap="none" strike="noStrike">
                <a:solidFill>
                  <a:schemeClr val="dk1"/>
                </a:solidFill>
                <a:latin typeface="Helvetica Neue"/>
                <a:ea typeface="Helvetica Neue"/>
                <a:cs typeface="Helvetica Neue"/>
                <a:sym typeface="Helvetica Neue"/>
              </a:defRPr>
            </a:lvl1pPr>
            <a:lvl2pPr indent="-325755" lvl="1" marL="914400" marR="0" rtl="0" algn="l">
              <a:spcBef>
                <a:spcPts val="595"/>
              </a:spcBef>
              <a:spcAft>
                <a:spcPts val="0"/>
              </a:spcAft>
              <a:buClr>
                <a:schemeClr val="folHlink"/>
              </a:buClr>
              <a:buSzPts val="1530"/>
              <a:buFont typeface="Arial"/>
              <a:buChar char="●"/>
              <a:defRPr b="0" i="0" sz="1700" u="none" cap="none" strike="noStrike">
                <a:solidFill>
                  <a:schemeClr val="dk1"/>
                </a:solidFill>
                <a:latin typeface="Helvetica Neue"/>
                <a:ea typeface="Helvetica Neue"/>
                <a:cs typeface="Helvetica Neue"/>
                <a:sym typeface="Helvetica Neue"/>
              </a:defRPr>
            </a:lvl2pPr>
            <a:lvl3pPr indent="-320357" lvl="2" marL="1371600" marR="0" rtl="0" algn="l">
              <a:spcBef>
                <a:spcPts val="595"/>
              </a:spcBef>
              <a:spcAft>
                <a:spcPts val="0"/>
              </a:spcAft>
              <a:buClr>
                <a:srgbClr val="33CC33"/>
              </a:buClr>
              <a:buSzPts val="1445"/>
              <a:buFont typeface="Arimo"/>
              <a:buChar char="4"/>
              <a:defRPr b="0" i="0" sz="1700" u="none" cap="none" strike="noStrike">
                <a:solidFill>
                  <a:schemeClr val="dk1"/>
                </a:solidFill>
                <a:latin typeface="Helvetica Neue"/>
                <a:ea typeface="Helvetica Neue"/>
                <a:cs typeface="Helvetica Neue"/>
                <a:sym typeface="Helvetica Neue"/>
              </a:defRPr>
            </a:lvl3pPr>
            <a:lvl4pPr indent="-336550" lvl="3" marL="1828800" marR="0" rtl="0" algn="l">
              <a:spcBef>
                <a:spcPts val="595"/>
              </a:spcBef>
              <a:spcAft>
                <a:spcPts val="0"/>
              </a:spcAft>
              <a:buClr>
                <a:schemeClr val="hlink"/>
              </a:buClr>
              <a:buSzPts val="1700"/>
              <a:buFont typeface="Times New Roman"/>
              <a:buChar char="–"/>
              <a:defRPr b="0" i="0" sz="1700" u="none" cap="none" strike="noStrike">
                <a:solidFill>
                  <a:schemeClr val="dk1"/>
                </a:solidFill>
                <a:latin typeface="Helvetica Neue"/>
                <a:ea typeface="Helvetica Neue"/>
                <a:cs typeface="Helvetica Neue"/>
                <a:sym typeface="Helvetica Neue"/>
              </a:defRPr>
            </a:lvl4pPr>
            <a:lvl5pPr indent="-309562" lvl="4" marL="2286000" marR="0" rtl="0" algn="l">
              <a:spcBef>
                <a:spcPts val="595"/>
              </a:spcBef>
              <a:spcAft>
                <a:spcPts val="0"/>
              </a:spcAft>
              <a:buClr>
                <a:schemeClr val="dk2"/>
              </a:buClr>
              <a:buSzPts val="1275"/>
              <a:buFont typeface="Helvetica Neue"/>
              <a:buChar char="»"/>
              <a:defRPr b="0" i="0" sz="1700" u="none" cap="none" strike="noStrike">
                <a:solidFill>
                  <a:schemeClr val="dk1"/>
                </a:solidFill>
                <a:latin typeface="Helvetica Neue"/>
                <a:ea typeface="Helvetica Neue"/>
                <a:cs typeface="Helvetica Neue"/>
                <a:sym typeface="Helvetica Neue"/>
              </a:defRPr>
            </a:lvl5pPr>
            <a:lvl6pPr indent="-314325" lvl="5" marL="2743200" marR="0" rtl="0" algn="l">
              <a:spcBef>
                <a:spcPts val="630"/>
              </a:spcBef>
              <a:spcAft>
                <a:spcPts val="0"/>
              </a:spcAft>
              <a:buClr>
                <a:schemeClr val="dk2"/>
              </a:buClr>
              <a:buSzPts val="1350"/>
              <a:buFont typeface="Helvetica Neue"/>
              <a:buChar char="»"/>
              <a:defRPr b="0" i="0" sz="1800" u="none" cap="none" strike="noStrike">
                <a:solidFill>
                  <a:schemeClr val="dk1"/>
                </a:solidFill>
                <a:latin typeface="Helvetica Neue"/>
                <a:ea typeface="Helvetica Neue"/>
                <a:cs typeface="Helvetica Neue"/>
                <a:sym typeface="Helvetica Neue"/>
              </a:defRPr>
            </a:lvl6pPr>
            <a:lvl7pPr indent="-314325" lvl="6" marL="3200400" marR="0" rtl="0" algn="l">
              <a:spcBef>
                <a:spcPts val="630"/>
              </a:spcBef>
              <a:spcAft>
                <a:spcPts val="0"/>
              </a:spcAft>
              <a:buClr>
                <a:schemeClr val="dk2"/>
              </a:buClr>
              <a:buSzPts val="1350"/>
              <a:buFont typeface="Helvetica Neue"/>
              <a:buChar char="»"/>
              <a:defRPr b="0" i="0" sz="1800" u="none" cap="none" strike="noStrike">
                <a:solidFill>
                  <a:schemeClr val="dk1"/>
                </a:solidFill>
                <a:latin typeface="Helvetica Neue"/>
                <a:ea typeface="Helvetica Neue"/>
                <a:cs typeface="Helvetica Neue"/>
                <a:sym typeface="Helvetica Neue"/>
              </a:defRPr>
            </a:lvl7pPr>
            <a:lvl8pPr indent="-314325" lvl="7" marL="3657600" marR="0" rtl="0" algn="l">
              <a:spcBef>
                <a:spcPts val="630"/>
              </a:spcBef>
              <a:spcAft>
                <a:spcPts val="0"/>
              </a:spcAft>
              <a:buClr>
                <a:schemeClr val="dk2"/>
              </a:buClr>
              <a:buSzPts val="1350"/>
              <a:buFont typeface="Helvetica Neue"/>
              <a:buChar char="»"/>
              <a:defRPr b="0" i="0" sz="1800" u="none" cap="none" strike="noStrike">
                <a:solidFill>
                  <a:schemeClr val="dk1"/>
                </a:solidFill>
                <a:latin typeface="Helvetica Neue"/>
                <a:ea typeface="Helvetica Neue"/>
                <a:cs typeface="Helvetica Neue"/>
                <a:sym typeface="Helvetica Neue"/>
              </a:defRPr>
            </a:lvl8pPr>
            <a:lvl9pPr indent="-314325" lvl="8" marL="4114800" marR="0" rtl="0" algn="l">
              <a:spcBef>
                <a:spcPts val="630"/>
              </a:spcBef>
              <a:spcAft>
                <a:spcPts val="0"/>
              </a:spcAft>
              <a:buClr>
                <a:schemeClr val="dk2"/>
              </a:buClr>
              <a:buSzPts val="1350"/>
              <a:buFont typeface="Helvetica Neue"/>
              <a:buChar char="»"/>
              <a:defRPr b="0" i="0" sz="1800" u="none" cap="none" strike="noStrike">
                <a:solidFill>
                  <a:schemeClr val="dk1"/>
                </a:solidFill>
                <a:latin typeface="Helvetica Neue"/>
                <a:ea typeface="Helvetica Neue"/>
                <a:cs typeface="Helvetica Neue"/>
                <a:sym typeface="Helvetica Neue"/>
              </a:defRPr>
            </a:lvl9pPr>
          </a:lstStyle>
          <a:p/>
        </p:txBody>
      </p:sp>
      <p:sp>
        <p:nvSpPr>
          <p:cNvPr id="11" name="Google Shape;11;p1"/>
          <p:cNvSpPr txBox="1"/>
          <p:nvPr>
            <p:ph idx="12" type="sldNum"/>
          </p:nvPr>
        </p:nvSpPr>
        <p:spPr>
          <a:xfrm>
            <a:off x="6553200" y="6400800"/>
            <a:ext cx="1905000" cy="457200"/>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spcAft>
                <a:spcPts val="0"/>
              </a:spcAft>
              <a:buNone/>
              <a:defRPr b="0" i="0" sz="1400" u="none" cap="none" strike="noStrike">
                <a:solidFill>
                  <a:schemeClr val="lt2"/>
                </a:solidFill>
                <a:latin typeface="Times New Roman"/>
                <a:ea typeface="Times New Roman"/>
                <a:cs typeface="Times New Roman"/>
                <a:sym typeface="Times New Roman"/>
              </a:defRPr>
            </a:lvl1pPr>
            <a:lvl2pPr indent="0" lvl="1" marL="0" marR="0" rtl="0" algn="r">
              <a:spcBef>
                <a:spcPts val="0"/>
              </a:spcBef>
              <a:spcAft>
                <a:spcPts val="0"/>
              </a:spcAft>
              <a:buNone/>
              <a:defRPr b="0" i="0" sz="1400" u="none" cap="none" strike="noStrike">
                <a:solidFill>
                  <a:schemeClr val="lt2"/>
                </a:solidFill>
                <a:latin typeface="Times New Roman"/>
                <a:ea typeface="Times New Roman"/>
                <a:cs typeface="Times New Roman"/>
                <a:sym typeface="Times New Roman"/>
              </a:defRPr>
            </a:lvl2pPr>
            <a:lvl3pPr indent="0" lvl="2" marL="0" marR="0" rtl="0" algn="r">
              <a:spcBef>
                <a:spcPts val="0"/>
              </a:spcBef>
              <a:spcAft>
                <a:spcPts val="0"/>
              </a:spcAft>
              <a:buNone/>
              <a:defRPr b="0" i="0" sz="1400" u="none" cap="none" strike="noStrike">
                <a:solidFill>
                  <a:schemeClr val="lt2"/>
                </a:solidFill>
                <a:latin typeface="Times New Roman"/>
                <a:ea typeface="Times New Roman"/>
                <a:cs typeface="Times New Roman"/>
                <a:sym typeface="Times New Roman"/>
              </a:defRPr>
            </a:lvl3pPr>
            <a:lvl4pPr indent="0" lvl="3" marL="0" marR="0" rtl="0" algn="r">
              <a:spcBef>
                <a:spcPts val="0"/>
              </a:spcBef>
              <a:spcAft>
                <a:spcPts val="0"/>
              </a:spcAft>
              <a:buNone/>
              <a:defRPr b="0" i="0" sz="1400" u="none" cap="none" strike="noStrike">
                <a:solidFill>
                  <a:schemeClr val="lt2"/>
                </a:solidFill>
                <a:latin typeface="Times New Roman"/>
                <a:ea typeface="Times New Roman"/>
                <a:cs typeface="Times New Roman"/>
                <a:sym typeface="Times New Roman"/>
              </a:defRPr>
            </a:lvl4pPr>
            <a:lvl5pPr indent="0" lvl="4" marL="0" marR="0" rtl="0" algn="r">
              <a:spcBef>
                <a:spcPts val="0"/>
              </a:spcBef>
              <a:spcAft>
                <a:spcPts val="0"/>
              </a:spcAft>
              <a:buNone/>
              <a:defRPr b="0" i="0" sz="1400" u="none" cap="none" strike="noStrike">
                <a:solidFill>
                  <a:schemeClr val="lt2"/>
                </a:solidFill>
                <a:latin typeface="Times New Roman"/>
                <a:ea typeface="Times New Roman"/>
                <a:cs typeface="Times New Roman"/>
                <a:sym typeface="Times New Roman"/>
              </a:defRPr>
            </a:lvl5pPr>
            <a:lvl6pPr indent="0" lvl="5" marL="0" marR="0" rtl="0" algn="r">
              <a:spcBef>
                <a:spcPts val="0"/>
              </a:spcBef>
              <a:spcAft>
                <a:spcPts val="0"/>
              </a:spcAft>
              <a:buNone/>
              <a:defRPr b="0" i="0" sz="1400" u="none" cap="none" strike="noStrike">
                <a:solidFill>
                  <a:schemeClr val="lt2"/>
                </a:solidFill>
                <a:latin typeface="Times New Roman"/>
                <a:ea typeface="Times New Roman"/>
                <a:cs typeface="Times New Roman"/>
                <a:sym typeface="Times New Roman"/>
              </a:defRPr>
            </a:lvl6pPr>
            <a:lvl7pPr indent="0" lvl="6" marL="0" marR="0" rtl="0" algn="r">
              <a:spcBef>
                <a:spcPts val="0"/>
              </a:spcBef>
              <a:spcAft>
                <a:spcPts val="0"/>
              </a:spcAft>
              <a:buNone/>
              <a:defRPr b="0" i="0" sz="1400" u="none" cap="none" strike="noStrike">
                <a:solidFill>
                  <a:schemeClr val="lt2"/>
                </a:solidFill>
                <a:latin typeface="Times New Roman"/>
                <a:ea typeface="Times New Roman"/>
                <a:cs typeface="Times New Roman"/>
                <a:sym typeface="Times New Roman"/>
              </a:defRPr>
            </a:lvl7pPr>
            <a:lvl8pPr indent="0" lvl="7" marL="0" marR="0" rtl="0" algn="r">
              <a:spcBef>
                <a:spcPts val="0"/>
              </a:spcBef>
              <a:spcAft>
                <a:spcPts val="0"/>
              </a:spcAft>
              <a:buNone/>
              <a:defRPr b="0" i="0" sz="1400" u="none" cap="none" strike="noStrike">
                <a:solidFill>
                  <a:schemeClr val="lt2"/>
                </a:solidFill>
                <a:latin typeface="Times New Roman"/>
                <a:ea typeface="Times New Roman"/>
                <a:cs typeface="Times New Roman"/>
                <a:sym typeface="Times New Roman"/>
              </a:defRPr>
            </a:lvl8pPr>
            <a:lvl9pPr indent="0" lvl="8" marL="0" marR="0" rtl="0" algn="r">
              <a:spcBef>
                <a:spcPts val="0"/>
              </a:spcBef>
              <a:spcAft>
                <a:spcPts val="0"/>
              </a:spcAft>
              <a:buNone/>
              <a:defRPr b="0" i="0" sz="1400" u="none" cap="none" strike="noStrike">
                <a:solidFill>
                  <a:schemeClr val="lt2"/>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
        <p:nvSpPr>
          <p:cNvPr id="12" name="Google Shape;12;p1"/>
          <p:cNvSpPr txBox="1"/>
          <p:nvPr/>
        </p:nvSpPr>
        <p:spPr>
          <a:xfrm>
            <a:off x="6762750" y="6613525"/>
            <a:ext cx="2381250" cy="24447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000" u="none" cap="none" strike="noStrike">
                <a:solidFill>
                  <a:srgbClr val="002060"/>
                </a:solidFill>
                <a:latin typeface="Helvetica Neue"/>
                <a:ea typeface="Helvetica Neue"/>
                <a:cs typeface="Helvetica Neue"/>
                <a:sym typeface="Helvetica Neue"/>
              </a:rPr>
              <a:t>©Silberschatz, Korth and Sudarshan</a:t>
            </a:r>
            <a:endParaRPr/>
          </a:p>
        </p:txBody>
      </p:sp>
      <p:sp>
        <p:nvSpPr>
          <p:cNvPr id="13" name="Google Shape;13;p1"/>
          <p:cNvSpPr txBox="1"/>
          <p:nvPr/>
        </p:nvSpPr>
        <p:spPr>
          <a:xfrm>
            <a:off x="4444717" y="6613525"/>
            <a:ext cx="518092" cy="24622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000" u="none" cap="none" strike="noStrike">
                <a:solidFill>
                  <a:srgbClr val="002060"/>
                </a:solidFill>
                <a:latin typeface="Helvetica Neue"/>
                <a:ea typeface="Helvetica Neue"/>
                <a:cs typeface="Helvetica Neue"/>
                <a:sym typeface="Helvetica Neue"/>
              </a:rPr>
              <a:t>13.</a:t>
            </a:r>
            <a:fld id="{00000000-1234-1234-1234-123412341234}" type="slidenum">
              <a:rPr b="1" i="0" lang="en-US" sz="1000" u="none" cap="none" strike="noStrike">
                <a:solidFill>
                  <a:srgbClr val="002060"/>
                </a:solidFill>
                <a:latin typeface="Helvetica Neue"/>
                <a:ea typeface="Helvetica Neue"/>
                <a:cs typeface="Helvetica Neue"/>
                <a:sym typeface="Helvetica Neue"/>
              </a:rPr>
              <a:t>‹#›</a:t>
            </a:fld>
            <a:endParaRPr b="1" i="0" sz="1000" u="none" cap="none" strike="noStrike">
              <a:solidFill>
                <a:srgbClr val="002060"/>
              </a:solidFill>
              <a:latin typeface="Helvetica Neue"/>
              <a:ea typeface="Helvetica Neue"/>
              <a:cs typeface="Helvetica Neue"/>
              <a:sym typeface="Helvetica Neue"/>
            </a:endParaRPr>
          </a:p>
        </p:txBody>
      </p:sp>
      <p:sp>
        <p:nvSpPr>
          <p:cNvPr id="14" name="Google Shape;14;p1"/>
          <p:cNvSpPr txBox="1"/>
          <p:nvPr>
            <p:ph type="title"/>
          </p:nvPr>
        </p:nvSpPr>
        <p:spPr>
          <a:xfrm>
            <a:off x="768350" y="117475"/>
            <a:ext cx="8077200" cy="609600"/>
          </a:xfrm>
          <a:prstGeom prst="rect">
            <a:avLst/>
          </a:prstGeom>
          <a:noFill/>
          <a:ln>
            <a:noFill/>
          </a:ln>
        </p:spPr>
        <p:txBody>
          <a:bodyPr anchorCtr="0" anchor="b" bIns="45700" lIns="91425" spcFirstLastPara="1" rIns="91425" wrap="square" tIns="45700">
            <a:noAutofit/>
          </a:bodyPr>
          <a:lstStyle>
            <a:lvl1pPr lvl="0" marR="0" rtl="0" algn="ctr">
              <a:spcBef>
                <a:spcPts val="0"/>
              </a:spcBef>
              <a:spcAft>
                <a:spcPts val="0"/>
              </a:spcAft>
              <a:buSzPts val="1400"/>
              <a:buNone/>
              <a:defRPr b="1" i="0" sz="2800" u="none" cap="none" strike="noStrike">
                <a:solidFill>
                  <a:srgbClr val="002060"/>
                </a:solidFill>
                <a:latin typeface="Helvetica Neue"/>
                <a:ea typeface="Helvetica Neue"/>
                <a:cs typeface="Helvetica Neue"/>
                <a:sym typeface="Helvetica Neue"/>
              </a:defRPr>
            </a:lvl1pPr>
            <a:lvl2pPr lvl="1" marR="0" rtl="0" algn="ctr">
              <a:spcBef>
                <a:spcPts val="0"/>
              </a:spcBef>
              <a:spcAft>
                <a:spcPts val="0"/>
              </a:spcAft>
              <a:buSzPts val="1400"/>
              <a:buNone/>
              <a:defRPr b="1" i="0" sz="3200" u="none" cap="none" strike="noStrike">
                <a:solidFill>
                  <a:schemeClr val="dk2"/>
                </a:solidFill>
                <a:latin typeface="Helvetica Neue"/>
                <a:ea typeface="Helvetica Neue"/>
                <a:cs typeface="Helvetica Neue"/>
                <a:sym typeface="Helvetica Neue"/>
              </a:defRPr>
            </a:lvl2pPr>
            <a:lvl3pPr lvl="2" marR="0" rtl="0" algn="ctr">
              <a:spcBef>
                <a:spcPts val="0"/>
              </a:spcBef>
              <a:spcAft>
                <a:spcPts val="0"/>
              </a:spcAft>
              <a:buSzPts val="1400"/>
              <a:buNone/>
              <a:defRPr b="1" i="0" sz="3200" u="none" cap="none" strike="noStrike">
                <a:solidFill>
                  <a:schemeClr val="dk2"/>
                </a:solidFill>
                <a:latin typeface="Helvetica Neue"/>
                <a:ea typeface="Helvetica Neue"/>
                <a:cs typeface="Helvetica Neue"/>
                <a:sym typeface="Helvetica Neue"/>
              </a:defRPr>
            </a:lvl3pPr>
            <a:lvl4pPr lvl="3" marR="0" rtl="0" algn="ctr">
              <a:spcBef>
                <a:spcPts val="0"/>
              </a:spcBef>
              <a:spcAft>
                <a:spcPts val="0"/>
              </a:spcAft>
              <a:buSzPts val="1400"/>
              <a:buNone/>
              <a:defRPr b="1" i="0" sz="3200" u="none" cap="none" strike="noStrike">
                <a:solidFill>
                  <a:schemeClr val="dk2"/>
                </a:solidFill>
                <a:latin typeface="Helvetica Neue"/>
                <a:ea typeface="Helvetica Neue"/>
                <a:cs typeface="Helvetica Neue"/>
                <a:sym typeface="Helvetica Neue"/>
              </a:defRPr>
            </a:lvl4pPr>
            <a:lvl5pPr lvl="4" marR="0" rtl="0" algn="ctr">
              <a:spcBef>
                <a:spcPts val="0"/>
              </a:spcBef>
              <a:spcAft>
                <a:spcPts val="0"/>
              </a:spcAft>
              <a:buSzPts val="1400"/>
              <a:buNone/>
              <a:defRPr b="1" i="0" sz="3200" u="none" cap="none" strike="noStrike">
                <a:solidFill>
                  <a:schemeClr val="dk2"/>
                </a:solidFill>
                <a:latin typeface="Helvetica Neue"/>
                <a:ea typeface="Helvetica Neue"/>
                <a:cs typeface="Helvetica Neue"/>
                <a:sym typeface="Helvetica Neue"/>
              </a:defRPr>
            </a:lvl5pPr>
            <a:lvl6pPr lvl="5" marR="0" rtl="0" algn="ctr">
              <a:spcBef>
                <a:spcPts val="0"/>
              </a:spcBef>
              <a:spcAft>
                <a:spcPts val="0"/>
              </a:spcAft>
              <a:buSzPts val="1400"/>
              <a:buNone/>
              <a:defRPr b="1" i="0" sz="3200" u="none" cap="none" strike="noStrike">
                <a:solidFill>
                  <a:schemeClr val="dk2"/>
                </a:solidFill>
                <a:latin typeface="Helvetica Neue"/>
                <a:ea typeface="Helvetica Neue"/>
                <a:cs typeface="Helvetica Neue"/>
                <a:sym typeface="Helvetica Neue"/>
              </a:defRPr>
            </a:lvl6pPr>
            <a:lvl7pPr lvl="6" marR="0" rtl="0" algn="ctr">
              <a:spcBef>
                <a:spcPts val="0"/>
              </a:spcBef>
              <a:spcAft>
                <a:spcPts val="0"/>
              </a:spcAft>
              <a:buSzPts val="1400"/>
              <a:buNone/>
              <a:defRPr b="1" i="0" sz="3200" u="none" cap="none" strike="noStrike">
                <a:solidFill>
                  <a:schemeClr val="dk2"/>
                </a:solidFill>
                <a:latin typeface="Helvetica Neue"/>
                <a:ea typeface="Helvetica Neue"/>
                <a:cs typeface="Helvetica Neue"/>
                <a:sym typeface="Helvetica Neue"/>
              </a:defRPr>
            </a:lvl7pPr>
            <a:lvl8pPr lvl="7" marR="0" rtl="0" algn="ctr">
              <a:spcBef>
                <a:spcPts val="0"/>
              </a:spcBef>
              <a:spcAft>
                <a:spcPts val="0"/>
              </a:spcAft>
              <a:buSzPts val="1400"/>
              <a:buNone/>
              <a:defRPr b="1" i="0" sz="3200" u="none" cap="none" strike="noStrike">
                <a:solidFill>
                  <a:schemeClr val="dk2"/>
                </a:solidFill>
                <a:latin typeface="Helvetica Neue"/>
                <a:ea typeface="Helvetica Neue"/>
                <a:cs typeface="Helvetica Neue"/>
                <a:sym typeface="Helvetica Neue"/>
              </a:defRPr>
            </a:lvl8pPr>
            <a:lvl9pPr lvl="8" marR="0" rtl="0" algn="ctr">
              <a:spcBef>
                <a:spcPts val="0"/>
              </a:spcBef>
              <a:spcAft>
                <a:spcPts val="0"/>
              </a:spcAft>
              <a:buSzPts val="1400"/>
              <a:buNone/>
              <a:defRPr b="1" i="0" sz="3200" u="none" cap="none" strike="noStrike">
                <a:solidFill>
                  <a:schemeClr val="dk2"/>
                </a:solidFill>
                <a:latin typeface="Helvetica Neue"/>
                <a:ea typeface="Helvetica Neue"/>
                <a:cs typeface="Helvetica Neue"/>
                <a:sym typeface="Helvetica Neue"/>
              </a:defRPr>
            </a:lvl9pPr>
          </a:lstStyle>
          <a:p/>
        </p:txBody>
      </p:sp>
      <p:sp>
        <p:nvSpPr>
          <p:cNvPr id="15" name="Google Shape;15;p1"/>
          <p:cNvSpPr txBox="1"/>
          <p:nvPr/>
        </p:nvSpPr>
        <p:spPr>
          <a:xfrm>
            <a:off x="0" y="6613525"/>
            <a:ext cx="2666114" cy="24622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000" u="none" cap="none" strike="noStrike">
                <a:solidFill>
                  <a:srgbClr val="002060"/>
                </a:solidFill>
                <a:latin typeface="Helvetica Neue"/>
                <a:ea typeface="Helvetica Neue"/>
                <a:cs typeface="Helvetica Neue"/>
                <a:sym typeface="Helvetica Neue"/>
              </a:rPr>
              <a:t>Database System Concepts - 7</a:t>
            </a:r>
            <a:r>
              <a:rPr b="1" baseline="30000" i="0" lang="en-US" sz="1000" u="none" cap="none" strike="noStrike">
                <a:solidFill>
                  <a:srgbClr val="002060"/>
                </a:solidFill>
                <a:latin typeface="Helvetica Neue"/>
                <a:ea typeface="Helvetica Neue"/>
                <a:cs typeface="Helvetica Neue"/>
                <a:sym typeface="Helvetica Neue"/>
              </a:rPr>
              <a:t>th</a:t>
            </a:r>
            <a:r>
              <a:rPr b="1" i="0" lang="en-US" sz="1000" u="none" cap="none" strike="noStrike">
                <a:solidFill>
                  <a:srgbClr val="002060"/>
                </a:solidFill>
                <a:latin typeface="Helvetica Neue"/>
                <a:ea typeface="Helvetica Neue"/>
                <a:cs typeface="Helvetica Neue"/>
                <a:sym typeface="Helvetica Neue"/>
              </a:rPr>
              <a:t> Edition</a:t>
            </a:r>
            <a:endParaRPr/>
          </a:p>
        </p:txBody>
      </p:sp>
      <p:sp>
        <p:nvSpPr>
          <p:cNvPr id="16" name="Google Shape;16;p1"/>
          <p:cNvSpPr/>
          <p:nvPr/>
        </p:nvSpPr>
        <p:spPr>
          <a:xfrm>
            <a:off x="8916988" y="5445125"/>
            <a:ext cx="227012" cy="47625"/>
          </a:xfrm>
          <a:custGeom>
            <a:rect b="b" l="l" r="r" t="t"/>
            <a:pathLst>
              <a:path extrusionOk="0" h="61" w="285">
                <a:moveTo>
                  <a:pt x="2" y="61"/>
                </a:moveTo>
                <a:lnTo>
                  <a:pt x="0" y="59"/>
                </a:lnTo>
                <a:lnTo>
                  <a:pt x="0" y="55"/>
                </a:lnTo>
                <a:lnTo>
                  <a:pt x="2" y="48"/>
                </a:lnTo>
                <a:lnTo>
                  <a:pt x="5" y="40"/>
                </a:lnTo>
                <a:lnTo>
                  <a:pt x="9" y="34"/>
                </a:lnTo>
                <a:lnTo>
                  <a:pt x="13" y="31"/>
                </a:lnTo>
                <a:lnTo>
                  <a:pt x="17" y="25"/>
                </a:lnTo>
                <a:lnTo>
                  <a:pt x="24" y="21"/>
                </a:lnTo>
                <a:lnTo>
                  <a:pt x="30" y="17"/>
                </a:lnTo>
                <a:lnTo>
                  <a:pt x="40" y="13"/>
                </a:lnTo>
                <a:lnTo>
                  <a:pt x="45" y="10"/>
                </a:lnTo>
                <a:lnTo>
                  <a:pt x="51" y="8"/>
                </a:lnTo>
                <a:lnTo>
                  <a:pt x="57" y="6"/>
                </a:lnTo>
                <a:lnTo>
                  <a:pt x="64" y="6"/>
                </a:lnTo>
                <a:lnTo>
                  <a:pt x="70" y="2"/>
                </a:lnTo>
                <a:lnTo>
                  <a:pt x="78" y="2"/>
                </a:lnTo>
                <a:lnTo>
                  <a:pt x="85" y="0"/>
                </a:lnTo>
                <a:lnTo>
                  <a:pt x="93" y="0"/>
                </a:lnTo>
                <a:lnTo>
                  <a:pt x="100" y="0"/>
                </a:lnTo>
                <a:lnTo>
                  <a:pt x="110" y="0"/>
                </a:lnTo>
                <a:lnTo>
                  <a:pt x="118" y="0"/>
                </a:lnTo>
                <a:lnTo>
                  <a:pt x="129" y="0"/>
                </a:lnTo>
                <a:lnTo>
                  <a:pt x="137" y="0"/>
                </a:lnTo>
                <a:lnTo>
                  <a:pt x="146" y="2"/>
                </a:lnTo>
                <a:lnTo>
                  <a:pt x="154" y="2"/>
                </a:lnTo>
                <a:lnTo>
                  <a:pt x="163" y="4"/>
                </a:lnTo>
                <a:lnTo>
                  <a:pt x="173" y="6"/>
                </a:lnTo>
                <a:lnTo>
                  <a:pt x="182" y="8"/>
                </a:lnTo>
                <a:lnTo>
                  <a:pt x="192" y="8"/>
                </a:lnTo>
                <a:lnTo>
                  <a:pt x="201" y="12"/>
                </a:lnTo>
                <a:lnTo>
                  <a:pt x="209" y="12"/>
                </a:lnTo>
                <a:lnTo>
                  <a:pt x="216" y="13"/>
                </a:lnTo>
                <a:lnTo>
                  <a:pt x="224" y="15"/>
                </a:lnTo>
                <a:lnTo>
                  <a:pt x="234" y="17"/>
                </a:lnTo>
                <a:lnTo>
                  <a:pt x="239" y="19"/>
                </a:lnTo>
                <a:lnTo>
                  <a:pt x="247" y="21"/>
                </a:lnTo>
                <a:lnTo>
                  <a:pt x="254" y="23"/>
                </a:lnTo>
                <a:lnTo>
                  <a:pt x="260" y="25"/>
                </a:lnTo>
                <a:lnTo>
                  <a:pt x="266" y="25"/>
                </a:lnTo>
                <a:lnTo>
                  <a:pt x="270" y="27"/>
                </a:lnTo>
                <a:lnTo>
                  <a:pt x="273" y="27"/>
                </a:lnTo>
                <a:lnTo>
                  <a:pt x="279" y="29"/>
                </a:lnTo>
                <a:lnTo>
                  <a:pt x="283" y="31"/>
                </a:lnTo>
                <a:lnTo>
                  <a:pt x="285" y="32"/>
                </a:lnTo>
                <a:lnTo>
                  <a:pt x="279" y="44"/>
                </a:lnTo>
                <a:lnTo>
                  <a:pt x="277" y="44"/>
                </a:lnTo>
                <a:lnTo>
                  <a:pt x="273" y="42"/>
                </a:lnTo>
                <a:lnTo>
                  <a:pt x="268" y="42"/>
                </a:lnTo>
                <a:lnTo>
                  <a:pt x="260" y="40"/>
                </a:lnTo>
                <a:lnTo>
                  <a:pt x="251" y="38"/>
                </a:lnTo>
                <a:lnTo>
                  <a:pt x="241" y="36"/>
                </a:lnTo>
                <a:lnTo>
                  <a:pt x="235" y="34"/>
                </a:lnTo>
                <a:lnTo>
                  <a:pt x="230" y="34"/>
                </a:lnTo>
                <a:lnTo>
                  <a:pt x="224" y="32"/>
                </a:lnTo>
                <a:lnTo>
                  <a:pt x="218" y="32"/>
                </a:lnTo>
                <a:lnTo>
                  <a:pt x="213" y="31"/>
                </a:lnTo>
                <a:lnTo>
                  <a:pt x="207" y="31"/>
                </a:lnTo>
                <a:lnTo>
                  <a:pt x="201" y="29"/>
                </a:lnTo>
                <a:lnTo>
                  <a:pt x="196" y="29"/>
                </a:lnTo>
                <a:lnTo>
                  <a:pt x="190" y="27"/>
                </a:lnTo>
                <a:lnTo>
                  <a:pt x="182" y="27"/>
                </a:lnTo>
                <a:lnTo>
                  <a:pt x="178" y="25"/>
                </a:lnTo>
                <a:lnTo>
                  <a:pt x="173" y="25"/>
                </a:lnTo>
                <a:lnTo>
                  <a:pt x="167" y="23"/>
                </a:lnTo>
                <a:lnTo>
                  <a:pt x="163" y="23"/>
                </a:lnTo>
                <a:lnTo>
                  <a:pt x="158" y="21"/>
                </a:lnTo>
                <a:lnTo>
                  <a:pt x="154" y="21"/>
                </a:lnTo>
                <a:lnTo>
                  <a:pt x="148" y="19"/>
                </a:lnTo>
                <a:lnTo>
                  <a:pt x="142" y="19"/>
                </a:lnTo>
                <a:lnTo>
                  <a:pt x="144" y="48"/>
                </a:lnTo>
                <a:lnTo>
                  <a:pt x="110" y="15"/>
                </a:lnTo>
                <a:lnTo>
                  <a:pt x="118" y="48"/>
                </a:lnTo>
                <a:lnTo>
                  <a:pt x="83" y="21"/>
                </a:lnTo>
                <a:lnTo>
                  <a:pt x="91" y="48"/>
                </a:lnTo>
                <a:lnTo>
                  <a:pt x="59" y="29"/>
                </a:lnTo>
                <a:lnTo>
                  <a:pt x="57" y="29"/>
                </a:lnTo>
                <a:lnTo>
                  <a:pt x="53" y="31"/>
                </a:lnTo>
                <a:lnTo>
                  <a:pt x="49" y="31"/>
                </a:lnTo>
                <a:lnTo>
                  <a:pt x="43" y="34"/>
                </a:lnTo>
                <a:lnTo>
                  <a:pt x="38" y="36"/>
                </a:lnTo>
                <a:lnTo>
                  <a:pt x="32" y="38"/>
                </a:lnTo>
                <a:lnTo>
                  <a:pt x="26" y="42"/>
                </a:lnTo>
                <a:lnTo>
                  <a:pt x="23" y="44"/>
                </a:lnTo>
                <a:lnTo>
                  <a:pt x="15" y="50"/>
                </a:lnTo>
                <a:lnTo>
                  <a:pt x="7" y="55"/>
                </a:lnTo>
                <a:lnTo>
                  <a:pt x="4" y="59"/>
                </a:lnTo>
                <a:lnTo>
                  <a:pt x="2" y="61"/>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00">
              <a:solidFill>
                <a:schemeClr val="dk1"/>
              </a:solidFill>
              <a:latin typeface="Helvetica Neue"/>
              <a:ea typeface="Helvetica Neue"/>
              <a:cs typeface="Helvetica Neue"/>
              <a:sym typeface="Helvetica Neue"/>
            </a:endParaRPr>
          </a:p>
        </p:txBody>
      </p:sp>
      <p:pic>
        <p:nvPicPr>
          <p:cNvPr descr="Cover-6Ed" id="17" name="Google Shape;17;p1"/>
          <p:cNvPicPr preferRelativeResize="0"/>
          <p:nvPr/>
        </p:nvPicPr>
        <p:blipFill rotWithShape="1">
          <a:blip r:embed="rId1">
            <a:alphaModFix/>
          </a:blip>
          <a:srcRect b="0" l="0" r="0" t="0"/>
          <a:stretch/>
        </p:blipFill>
        <p:spPr>
          <a:xfrm>
            <a:off x="-5777" y="8313"/>
            <a:ext cx="799066" cy="1020517"/>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9.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2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2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png"/><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7.png"/><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1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22.png"/><Relationship Id="rId4" Type="http://schemas.openxmlformats.org/officeDocument/2006/relationships/image" Target="../media/image8.png"/><Relationship Id="rId5" Type="http://schemas.openxmlformats.org/officeDocument/2006/relationships/image" Target="../media/image19.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1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1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23.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16.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17.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 name="Shape 74"/>
        <p:cNvGrpSpPr/>
        <p:nvPr/>
      </p:nvGrpSpPr>
      <p:grpSpPr>
        <a:xfrm>
          <a:off x="0" y="0"/>
          <a:ext cx="0" cy="0"/>
          <a:chOff x="0" y="0"/>
          <a:chExt cx="0" cy="0"/>
        </a:xfrm>
      </p:grpSpPr>
      <p:sp>
        <p:nvSpPr>
          <p:cNvPr id="75" name="Google Shape;75;p14"/>
          <p:cNvSpPr txBox="1"/>
          <p:nvPr>
            <p:ph type="ctrTitle"/>
          </p:nvPr>
        </p:nvSpPr>
        <p:spPr>
          <a:xfrm>
            <a:off x="685800" y="2286000"/>
            <a:ext cx="7772400" cy="11430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Chapter 13: Data Storage Structures</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sp>
        <p:nvSpPr>
          <p:cNvPr id="81" name="Google Shape;81;p15"/>
          <p:cNvSpPr txBox="1"/>
          <p:nvPr>
            <p:ph type="title"/>
          </p:nvPr>
        </p:nvSpPr>
        <p:spPr>
          <a:xfrm>
            <a:off x="768350" y="117475"/>
            <a:ext cx="8077200" cy="6096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File Organization</a:t>
            </a:r>
            <a:endParaRPr/>
          </a:p>
        </p:txBody>
      </p:sp>
      <p:sp>
        <p:nvSpPr>
          <p:cNvPr id="82" name="Google Shape;82;p15"/>
          <p:cNvSpPr txBox="1"/>
          <p:nvPr>
            <p:ph idx="1" type="body"/>
          </p:nvPr>
        </p:nvSpPr>
        <p:spPr>
          <a:xfrm>
            <a:off x="768350" y="1093788"/>
            <a:ext cx="7707313" cy="4903787"/>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2040"/>
              <a:buFont typeface="Noto Sans Symbols"/>
              <a:buChar char="▪"/>
            </a:pPr>
            <a:r>
              <a:rPr lang="en-US"/>
              <a:t>The </a:t>
            </a:r>
            <a:r>
              <a:rPr lang="en-US">
                <a:solidFill>
                  <a:srgbClr val="FF0000"/>
                </a:solidFill>
              </a:rPr>
              <a:t>database is stored as a collection of </a:t>
            </a:r>
            <a:r>
              <a:rPr i="1" lang="en-US">
                <a:solidFill>
                  <a:srgbClr val="FF0000"/>
                </a:solidFill>
              </a:rPr>
              <a:t>files</a:t>
            </a:r>
            <a:r>
              <a:rPr lang="en-US"/>
              <a:t>.  Each file is a sequence of </a:t>
            </a:r>
            <a:r>
              <a:rPr i="1" lang="en-US"/>
              <a:t>records.  </a:t>
            </a:r>
            <a:r>
              <a:rPr lang="en-US"/>
              <a:t>A record is a sequence of fields.</a:t>
            </a:r>
            <a:endParaRPr/>
          </a:p>
          <a:p>
            <a:pPr indent="-342900" lvl="0" marL="342900" rtl="0" algn="l">
              <a:spcBef>
                <a:spcPts val="595"/>
              </a:spcBef>
              <a:spcAft>
                <a:spcPts val="0"/>
              </a:spcAft>
              <a:buSzPts val="2040"/>
              <a:buFont typeface="Noto Sans Symbols"/>
              <a:buChar char="▪"/>
            </a:pPr>
            <a:r>
              <a:rPr lang="en-US"/>
              <a:t>One approach</a:t>
            </a:r>
            <a:endParaRPr/>
          </a:p>
          <a:p>
            <a:pPr indent="-342900" lvl="1" marL="800100" rtl="0" algn="l">
              <a:spcBef>
                <a:spcPts val="595"/>
              </a:spcBef>
              <a:spcAft>
                <a:spcPts val="0"/>
              </a:spcAft>
              <a:buSzPts val="1870"/>
              <a:buChar char="•"/>
            </a:pPr>
            <a:r>
              <a:rPr lang="en-US"/>
              <a:t>Assume record size is fixed</a:t>
            </a:r>
            <a:endParaRPr/>
          </a:p>
          <a:p>
            <a:pPr indent="-342900" lvl="1" marL="800100" rtl="0" algn="l">
              <a:spcBef>
                <a:spcPts val="595"/>
              </a:spcBef>
              <a:spcAft>
                <a:spcPts val="0"/>
              </a:spcAft>
              <a:buSzPts val="1870"/>
              <a:buChar char="•"/>
            </a:pPr>
            <a:r>
              <a:rPr lang="en-US"/>
              <a:t>Each file has records of one particular type only</a:t>
            </a:r>
            <a:endParaRPr/>
          </a:p>
          <a:p>
            <a:pPr indent="-342900" lvl="1" marL="800100" rtl="0" algn="l">
              <a:spcBef>
                <a:spcPts val="595"/>
              </a:spcBef>
              <a:spcAft>
                <a:spcPts val="0"/>
              </a:spcAft>
              <a:buSzPts val="1870"/>
              <a:buChar char="•"/>
            </a:pPr>
            <a:r>
              <a:rPr lang="en-US">
                <a:solidFill>
                  <a:srgbClr val="FF0000"/>
                </a:solidFill>
              </a:rPr>
              <a:t>Different files are used for different relations</a:t>
            </a:r>
            <a:endParaRPr/>
          </a:p>
          <a:p>
            <a:pPr indent="0" lvl="1" marL="457200" rtl="0" algn="l">
              <a:spcBef>
                <a:spcPts val="595"/>
              </a:spcBef>
              <a:spcAft>
                <a:spcPts val="0"/>
              </a:spcAft>
              <a:buSzPts val="1870"/>
              <a:buNone/>
            </a:pPr>
            <a:r>
              <a:rPr lang="en-US"/>
              <a:t>This case is easiest to implement; will consider variable length records later</a:t>
            </a:r>
            <a:endParaRPr/>
          </a:p>
          <a:p>
            <a:pPr indent="-129540" lvl="0" marL="7938" rtl="0" algn="l">
              <a:spcBef>
                <a:spcPts val="595"/>
              </a:spcBef>
              <a:spcAft>
                <a:spcPts val="0"/>
              </a:spcAft>
              <a:buSzPts val="2040"/>
              <a:buChar char="▪"/>
            </a:pPr>
            <a:r>
              <a:rPr lang="en-US"/>
              <a:t> We assume that records are smaller than a disk block</a:t>
            </a:r>
            <a:endParaRPr/>
          </a:p>
          <a:p>
            <a:pPr indent="-7937" lvl="1" marL="465138" rtl="0" algn="l">
              <a:spcBef>
                <a:spcPts val="595"/>
              </a:spcBef>
              <a:spcAft>
                <a:spcPts val="0"/>
              </a:spcAft>
              <a:buSzPts val="1870"/>
              <a:buFont typeface="Arial"/>
              <a:buNone/>
            </a:pPr>
            <a:r>
              <a:rPr lang="en-US"/>
              <a:t>.</a:t>
            </a:r>
            <a:endParaRPr/>
          </a:p>
        </p:txBody>
      </p:sp>
      <p:pic>
        <p:nvPicPr>
          <p:cNvPr id="83" name="Google Shape;83;p15"/>
          <p:cNvPicPr preferRelativeResize="0"/>
          <p:nvPr/>
        </p:nvPicPr>
        <p:blipFill rotWithShape="1">
          <a:blip r:embed="rId3">
            <a:alphaModFix/>
          </a:blip>
          <a:srcRect b="0" l="0" r="0" t="0"/>
          <a:stretch/>
        </p:blipFill>
        <p:spPr>
          <a:xfrm>
            <a:off x="2154233" y="4251598"/>
            <a:ext cx="4061812" cy="1607959"/>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16"/>
          <p:cNvSpPr txBox="1"/>
          <p:nvPr>
            <p:ph type="title"/>
          </p:nvPr>
        </p:nvSpPr>
        <p:spPr>
          <a:xfrm>
            <a:off x="768350" y="117475"/>
            <a:ext cx="8077200" cy="6096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File Organization</a:t>
            </a:r>
            <a:endParaRPr/>
          </a:p>
        </p:txBody>
      </p:sp>
      <p:sp>
        <p:nvSpPr>
          <p:cNvPr id="90" name="Google Shape;90;p16"/>
          <p:cNvSpPr txBox="1"/>
          <p:nvPr>
            <p:ph idx="1" type="body"/>
          </p:nvPr>
        </p:nvSpPr>
        <p:spPr>
          <a:xfrm>
            <a:off x="814388" y="1093788"/>
            <a:ext cx="7661275" cy="4903787"/>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2040"/>
              <a:buFont typeface="Noto Sans Symbols"/>
              <a:buChar char="▪"/>
            </a:pPr>
            <a:r>
              <a:rPr lang="en-US"/>
              <a:t>However, there are two problems with this simple approach: </a:t>
            </a:r>
            <a:endParaRPr/>
          </a:p>
          <a:p>
            <a:pPr indent="-342900" lvl="0" marL="342900" rtl="0" algn="l">
              <a:spcBef>
                <a:spcPts val="595"/>
              </a:spcBef>
              <a:spcAft>
                <a:spcPts val="0"/>
              </a:spcAft>
              <a:buSzPts val="2040"/>
              <a:buFont typeface="Noto Sans Symbols"/>
              <a:buChar char="▪"/>
            </a:pPr>
            <a:r>
              <a:rPr lang="en-US"/>
              <a:t>1. Unless the block size happens to be a multiple of 53 (which is unlikely), some records will cross block boundaries. That is, part of the record will be stored in one block and part in another. It would thus require two block accesses to read or write such a record. </a:t>
            </a:r>
            <a:endParaRPr/>
          </a:p>
          <a:p>
            <a:pPr indent="-342900" lvl="0" marL="342900" rtl="0" algn="l">
              <a:spcBef>
                <a:spcPts val="595"/>
              </a:spcBef>
              <a:spcAft>
                <a:spcPts val="0"/>
              </a:spcAft>
              <a:buSzPts val="2040"/>
              <a:buFont typeface="Noto Sans Symbols"/>
              <a:buChar char="▪"/>
            </a:pPr>
            <a:r>
              <a:rPr lang="en-US"/>
              <a:t>2. It is difficult to delete a record from this structure. The space occupied by the record to be deleted must be filled with some other record of the file, or we must have a way of marking deleted records so that they can be ignored</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17"/>
          <p:cNvSpPr txBox="1"/>
          <p:nvPr>
            <p:ph type="title"/>
          </p:nvPr>
        </p:nvSpPr>
        <p:spPr>
          <a:xfrm>
            <a:off x="768350" y="117475"/>
            <a:ext cx="8077200" cy="6096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Fixed-Length Records</a:t>
            </a:r>
            <a:endParaRPr/>
          </a:p>
        </p:txBody>
      </p:sp>
      <p:sp>
        <p:nvSpPr>
          <p:cNvPr id="97" name="Google Shape;97;p17"/>
          <p:cNvSpPr txBox="1"/>
          <p:nvPr>
            <p:ph idx="1" type="body"/>
          </p:nvPr>
        </p:nvSpPr>
        <p:spPr>
          <a:xfrm>
            <a:off x="768349" y="1150644"/>
            <a:ext cx="7513883" cy="1913067"/>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2040"/>
              <a:buFont typeface="Noto Sans Symbols"/>
              <a:buChar char="▪"/>
            </a:pPr>
            <a:r>
              <a:rPr lang="en-US"/>
              <a:t>Simple approach:</a:t>
            </a:r>
            <a:endParaRPr/>
          </a:p>
          <a:p>
            <a:pPr indent="-342900" lvl="1" marL="800100" rtl="0" algn="l">
              <a:spcBef>
                <a:spcPts val="595"/>
              </a:spcBef>
              <a:spcAft>
                <a:spcPts val="0"/>
              </a:spcAft>
              <a:buSzPts val="1870"/>
              <a:buChar char="•"/>
            </a:pPr>
            <a:r>
              <a:rPr lang="en-US">
                <a:solidFill>
                  <a:srgbClr val="FF0000"/>
                </a:solidFill>
              </a:rPr>
              <a:t>Store record </a:t>
            </a:r>
            <a:r>
              <a:rPr i="1" lang="en-US">
                <a:solidFill>
                  <a:srgbClr val="FF0000"/>
                </a:solidFill>
              </a:rPr>
              <a:t>i</a:t>
            </a:r>
            <a:r>
              <a:rPr lang="en-US">
                <a:solidFill>
                  <a:srgbClr val="FF0000"/>
                </a:solidFill>
              </a:rPr>
              <a:t> starting from byte </a:t>
            </a:r>
            <a:r>
              <a:rPr i="1" lang="en-US">
                <a:solidFill>
                  <a:srgbClr val="FF0000"/>
                </a:solidFill>
              </a:rPr>
              <a:t>n * (i – </a:t>
            </a:r>
            <a:r>
              <a:rPr lang="en-US">
                <a:solidFill>
                  <a:srgbClr val="FF0000"/>
                </a:solidFill>
              </a:rPr>
              <a:t>1), where </a:t>
            </a:r>
            <a:r>
              <a:rPr i="1" lang="en-US">
                <a:solidFill>
                  <a:srgbClr val="FF0000"/>
                </a:solidFill>
              </a:rPr>
              <a:t>n </a:t>
            </a:r>
            <a:r>
              <a:rPr lang="en-US">
                <a:solidFill>
                  <a:srgbClr val="FF0000"/>
                </a:solidFill>
              </a:rPr>
              <a:t>is the size of each record</a:t>
            </a:r>
            <a:r>
              <a:rPr lang="en-US"/>
              <a:t>.</a:t>
            </a:r>
            <a:endParaRPr/>
          </a:p>
          <a:p>
            <a:pPr indent="-342900" lvl="1" marL="800100" rtl="0" algn="l">
              <a:spcBef>
                <a:spcPts val="595"/>
              </a:spcBef>
              <a:spcAft>
                <a:spcPts val="0"/>
              </a:spcAft>
              <a:buSzPts val="1870"/>
              <a:buChar char="•"/>
            </a:pPr>
            <a:r>
              <a:rPr lang="en-US"/>
              <a:t>Record access is simple but </a:t>
            </a:r>
            <a:r>
              <a:rPr lang="en-US">
                <a:solidFill>
                  <a:srgbClr val="FF0000"/>
                </a:solidFill>
              </a:rPr>
              <a:t>records may cross blocks</a:t>
            </a:r>
            <a:endParaRPr/>
          </a:p>
          <a:p>
            <a:pPr indent="-228600" lvl="2" marL="1085850" rtl="0" algn="l">
              <a:spcBef>
                <a:spcPts val="595"/>
              </a:spcBef>
              <a:spcAft>
                <a:spcPts val="0"/>
              </a:spcAft>
              <a:buSzPts val="1445"/>
              <a:buChar char="▪"/>
            </a:pPr>
            <a:r>
              <a:rPr lang="en-US"/>
              <a:t>Modification: do not allow records to cross block boundaries</a:t>
            </a:r>
            <a:endParaRPr/>
          </a:p>
        </p:txBody>
      </p:sp>
      <p:pic>
        <p:nvPicPr>
          <p:cNvPr id="98" name="Google Shape;98;p17"/>
          <p:cNvPicPr preferRelativeResize="0"/>
          <p:nvPr/>
        </p:nvPicPr>
        <p:blipFill rotWithShape="1">
          <a:blip r:embed="rId3">
            <a:alphaModFix/>
          </a:blip>
          <a:srcRect b="0" l="0" r="0" t="0"/>
          <a:stretch/>
        </p:blipFill>
        <p:spPr>
          <a:xfrm>
            <a:off x="1914973" y="3174181"/>
            <a:ext cx="5173983" cy="3308943"/>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18"/>
          <p:cNvSpPr txBox="1"/>
          <p:nvPr>
            <p:ph type="title"/>
          </p:nvPr>
        </p:nvSpPr>
        <p:spPr>
          <a:xfrm>
            <a:off x="768350" y="117475"/>
            <a:ext cx="8077200" cy="6096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Fixed-Length Records</a:t>
            </a:r>
            <a:endParaRPr/>
          </a:p>
        </p:txBody>
      </p:sp>
      <p:sp>
        <p:nvSpPr>
          <p:cNvPr id="105" name="Google Shape;105;p18"/>
          <p:cNvSpPr txBox="1"/>
          <p:nvPr>
            <p:ph idx="1" type="body"/>
          </p:nvPr>
        </p:nvSpPr>
        <p:spPr>
          <a:xfrm>
            <a:off x="768349" y="1150644"/>
            <a:ext cx="7513883" cy="4876800"/>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2040"/>
              <a:buFont typeface="Noto Sans Symbols"/>
              <a:buChar char="▪"/>
            </a:pPr>
            <a:r>
              <a:rPr lang="en-US"/>
              <a:t>Deletion of record </a:t>
            </a:r>
            <a:r>
              <a:rPr i="1" lang="en-US"/>
              <a:t>i:  </a:t>
            </a:r>
            <a:r>
              <a:rPr lang="en-US"/>
              <a:t>alternatives</a:t>
            </a:r>
            <a:r>
              <a:rPr i="1" lang="en-US"/>
              <a:t>:</a:t>
            </a:r>
            <a:endParaRPr/>
          </a:p>
          <a:p>
            <a:pPr indent="-342900" lvl="1" marL="800100" rtl="0" algn="l">
              <a:spcBef>
                <a:spcPts val="595"/>
              </a:spcBef>
              <a:spcAft>
                <a:spcPts val="0"/>
              </a:spcAft>
              <a:buSzPts val="1870"/>
              <a:buChar char="•"/>
            </a:pPr>
            <a:r>
              <a:rPr b="1" lang="en-US"/>
              <a:t>move records </a:t>
            </a:r>
            <a:r>
              <a:rPr b="1" i="1" lang="en-US"/>
              <a:t>i</a:t>
            </a:r>
            <a:r>
              <a:rPr b="1" lang="en-US"/>
              <a:t> + 1, . . ., </a:t>
            </a:r>
            <a:r>
              <a:rPr b="1" i="1" lang="en-US"/>
              <a:t>n</a:t>
            </a:r>
            <a:r>
              <a:rPr b="1" lang="en-US"/>
              <a:t>  to </a:t>
            </a:r>
            <a:r>
              <a:rPr b="1" i="1" lang="en-US"/>
              <a:t>i, . . . , n – </a:t>
            </a:r>
            <a:r>
              <a:rPr b="1" lang="en-US"/>
              <a:t>1</a:t>
            </a:r>
            <a:endParaRPr/>
          </a:p>
          <a:p>
            <a:pPr indent="-342900" lvl="1" marL="800100" rtl="0" algn="l">
              <a:spcBef>
                <a:spcPts val="595"/>
              </a:spcBef>
              <a:spcAft>
                <a:spcPts val="0"/>
              </a:spcAft>
              <a:buSzPts val="1870"/>
              <a:buChar char="•"/>
            </a:pPr>
            <a:r>
              <a:rPr lang="en-US"/>
              <a:t>move record </a:t>
            </a:r>
            <a:r>
              <a:rPr i="1" lang="en-US"/>
              <a:t>n </a:t>
            </a:r>
            <a:r>
              <a:rPr lang="en-US"/>
              <a:t> to </a:t>
            </a:r>
            <a:r>
              <a:rPr i="1" lang="en-US"/>
              <a:t>i</a:t>
            </a:r>
            <a:endParaRPr/>
          </a:p>
          <a:p>
            <a:pPr indent="-342900" lvl="1" marL="800100" rtl="0" algn="l">
              <a:spcBef>
                <a:spcPts val="595"/>
              </a:spcBef>
              <a:spcAft>
                <a:spcPts val="0"/>
              </a:spcAft>
              <a:buSzPts val="1870"/>
              <a:buChar char="•"/>
            </a:pPr>
            <a:r>
              <a:rPr lang="en-US"/>
              <a:t>do not move records, but link all free records on a </a:t>
            </a:r>
            <a:r>
              <a:rPr i="1" lang="en-US"/>
              <a:t>free list</a:t>
            </a:r>
            <a:endParaRPr/>
          </a:p>
          <a:p>
            <a:pPr indent="0" lvl="1" marL="457200" rtl="0" algn="l">
              <a:spcBef>
                <a:spcPts val="595"/>
              </a:spcBef>
              <a:spcAft>
                <a:spcPts val="0"/>
              </a:spcAft>
              <a:buSzPts val="1870"/>
              <a:buNone/>
            </a:pPr>
            <a:r>
              <a:rPr b="1" lang="en-US"/>
              <a:t>Record 3 deleted</a:t>
            </a:r>
            <a:endParaRPr/>
          </a:p>
        </p:txBody>
      </p:sp>
      <p:pic>
        <p:nvPicPr>
          <p:cNvPr id="106" name="Google Shape;106;p18"/>
          <p:cNvPicPr preferRelativeResize="0"/>
          <p:nvPr/>
        </p:nvPicPr>
        <p:blipFill rotWithShape="1">
          <a:blip r:embed="rId3">
            <a:alphaModFix/>
          </a:blip>
          <a:srcRect b="0" l="0" r="0" t="0"/>
          <a:stretch/>
        </p:blipFill>
        <p:spPr>
          <a:xfrm>
            <a:off x="2085975" y="3145326"/>
            <a:ext cx="4905765" cy="286645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19"/>
          <p:cNvSpPr txBox="1"/>
          <p:nvPr>
            <p:ph type="title"/>
          </p:nvPr>
        </p:nvSpPr>
        <p:spPr>
          <a:xfrm>
            <a:off x="768350" y="117475"/>
            <a:ext cx="8077200" cy="6096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Fixed-Length Records</a:t>
            </a:r>
            <a:endParaRPr/>
          </a:p>
        </p:txBody>
      </p:sp>
      <p:sp>
        <p:nvSpPr>
          <p:cNvPr id="113" name="Google Shape;113;p19"/>
          <p:cNvSpPr txBox="1"/>
          <p:nvPr>
            <p:ph idx="1" type="body"/>
          </p:nvPr>
        </p:nvSpPr>
        <p:spPr>
          <a:xfrm>
            <a:off x="768349" y="1150644"/>
            <a:ext cx="7513883" cy="4876800"/>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2040"/>
              <a:buFont typeface="Noto Sans Symbols"/>
              <a:buChar char="▪"/>
            </a:pPr>
            <a:r>
              <a:rPr lang="en-US"/>
              <a:t>Deletion of record </a:t>
            </a:r>
            <a:r>
              <a:rPr i="1" lang="en-US"/>
              <a:t>i:  </a:t>
            </a:r>
            <a:r>
              <a:rPr lang="en-US"/>
              <a:t>alternatives</a:t>
            </a:r>
            <a:r>
              <a:rPr i="1" lang="en-US"/>
              <a:t>:</a:t>
            </a:r>
            <a:endParaRPr/>
          </a:p>
          <a:p>
            <a:pPr indent="-342900" lvl="1" marL="800100" rtl="0" algn="l">
              <a:spcBef>
                <a:spcPts val="595"/>
              </a:spcBef>
              <a:spcAft>
                <a:spcPts val="0"/>
              </a:spcAft>
              <a:buSzPts val="1870"/>
              <a:buChar char="•"/>
            </a:pPr>
            <a:r>
              <a:rPr lang="en-US"/>
              <a:t>move records </a:t>
            </a:r>
            <a:r>
              <a:rPr i="1" lang="en-US"/>
              <a:t>i</a:t>
            </a:r>
            <a:r>
              <a:rPr lang="en-US"/>
              <a:t> + 1, . . ., </a:t>
            </a:r>
            <a:r>
              <a:rPr i="1" lang="en-US"/>
              <a:t>n</a:t>
            </a:r>
            <a:r>
              <a:rPr lang="en-US"/>
              <a:t>  to </a:t>
            </a:r>
            <a:r>
              <a:rPr i="1" lang="en-US"/>
              <a:t>i, . . . , n – </a:t>
            </a:r>
            <a:r>
              <a:rPr lang="en-US"/>
              <a:t>1</a:t>
            </a:r>
            <a:endParaRPr/>
          </a:p>
          <a:p>
            <a:pPr indent="-342900" lvl="1" marL="800100" rtl="0" algn="l">
              <a:spcBef>
                <a:spcPts val="595"/>
              </a:spcBef>
              <a:spcAft>
                <a:spcPts val="0"/>
              </a:spcAft>
              <a:buSzPts val="1870"/>
              <a:buChar char="•"/>
            </a:pPr>
            <a:r>
              <a:rPr b="1" lang="en-US"/>
              <a:t>move record </a:t>
            </a:r>
            <a:r>
              <a:rPr b="1" i="1" lang="en-US"/>
              <a:t>n </a:t>
            </a:r>
            <a:r>
              <a:rPr b="1" lang="en-US"/>
              <a:t> to </a:t>
            </a:r>
            <a:r>
              <a:rPr b="1" i="1" lang="en-US"/>
              <a:t>i</a:t>
            </a:r>
            <a:endParaRPr b="1"/>
          </a:p>
          <a:p>
            <a:pPr indent="-342900" lvl="1" marL="800100" rtl="0" algn="l">
              <a:spcBef>
                <a:spcPts val="595"/>
              </a:spcBef>
              <a:spcAft>
                <a:spcPts val="0"/>
              </a:spcAft>
              <a:buSzPts val="1870"/>
              <a:buChar char="•"/>
            </a:pPr>
            <a:r>
              <a:rPr lang="en-US"/>
              <a:t>do not move records, but link all free records on a </a:t>
            </a:r>
            <a:r>
              <a:rPr i="1" lang="en-US"/>
              <a:t>free list</a:t>
            </a:r>
            <a:endParaRPr/>
          </a:p>
          <a:p>
            <a:pPr indent="0" lvl="1" marL="457200" rtl="0" algn="l">
              <a:spcBef>
                <a:spcPts val="595"/>
              </a:spcBef>
              <a:spcAft>
                <a:spcPts val="0"/>
              </a:spcAft>
              <a:buSzPts val="1870"/>
              <a:buNone/>
            </a:pPr>
            <a:r>
              <a:rPr b="1" lang="en-US"/>
              <a:t>Record 3 deleted and replaced by record 11</a:t>
            </a:r>
            <a:endParaRPr/>
          </a:p>
          <a:p>
            <a:pPr indent="0" lvl="1" marL="457200" rtl="0" algn="l">
              <a:spcBef>
                <a:spcPts val="595"/>
              </a:spcBef>
              <a:spcAft>
                <a:spcPts val="0"/>
              </a:spcAft>
              <a:buSzPts val="1870"/>
              <a:buNone/>
            </a:pPr>
            <a:r>
              <a:t/>
            </a:r>
            <a:endParaRPr b="1"/>
          </a:p>
        </p:txBody>
      </p:sp>
      <p:pic>
        <p:nvPicPr>
          <p:cNvPr id="114" name="Google Shape;114;p19"/>
          <p:cNvPicPr preferRelativeResize="0"/>
          <p:nvPr/>
        </p:nvPicPr>
        <p:blipFill rotWithShape="1">
          <a:blip r:embed="rId3">
            <a:alphaModFix/>
          </a:blip>
          <a:srcRect b="0" l="0" r="0" t="0"/>
          <a:stretch/>
        </p:blipFill>
        <p:spPr>
          <a:xfrm>
            <a:off x="1785938" y="3095365"/>
            <a:ext cx="5152188" cy="2994134"/>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20"/>
          <p:cNvSpPr txBox="1"/>
          <p:nvPr>
            <p:ph type="title"/>
          </p:nvPr>
        </p:nvSpPr>
        <p:spPr>
          <a:xfrm>
            <a:off x="768350" y="117475"/>
            <a:ext cx="8077200" cy="6096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Fixed-Length Records</a:t>
            </a:r>
            <a:endParaRPr/>
          </a:p>
        </p:txBody>
      </p:sp>
      <p:sp>
        <p:nvSpPr>
          <p:cNvPr id="121" name="Google Shape;121;p20"/>
          <p:cNvSpPr txBox="1"/>
          <p:nvPr>
            <p:ph idx="1" type="body"/>
          </p:nvPr>
        </p:nvSpPr>
        <p:spPr>
          <a:xfrm>
            <a:off x="768349" y="1150644"/>
            <a:ext cx="7513883" cy="4876800"/>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2040"/>
              <a:buFont typeface="Noto Sans Symbols"/>
              <a:buChar char="▪"/>
            </a:pPr>
            <a:r>
              <a:rPr lang="en-US"/>
              <a:t>Deletion of record </a:t>
            </a:r>
            <a:r>
              <a:rPr i="1" lang="en-US"/>
              <a:t>i:  </a:t>
            </a:r>
            <a:r>
              <a:rPr lang="en-US"/>
              <a:t>alternatives</a:t>
            </a:r>
            <a:r>
              <a:rPr i="1" lang="en-US"/>
              <a:t>:</a:t>
            </a:r>
            <a:endParaRPr/>
          </a:p>
          <a:p>
            <a:pPr indent="-342900" lvl="1" marL="800100" rtl="0" algn="l">
              <a:spcBef>
                <a:spcPts val="595"/>
              </a:spcBef>
              <a:spcAft>
                <a:spcPts val="0"/>
              </a:spcAft>
              <a:buSzPts val="1870"/>
              <a:buChar char="•"/>
            </a:pPr>
            <a:r>
              <a:rPr lang="en-US"/>
              <a:t>move records </a:t>
            </a:r>
            <a:r>
              <a:rPr i="1" lang="en-US"/>
              <a:t>i</a:t>
            </a:r>
            <a:r>
              <a:rPr lang="en-US"/>
              <a:t> + 1, . . ., </a:t>
            </a:r>
            <a:r>
              <a:rPr i="1" lang="en-US"/>
              <a:t>n</a:t>
            </a:r>
            <a:r>
              <a:rPr lang="en-US"/>
              <a:t>  to </a:t>
            </a:r>
            <a:r>
              <a:rPr i="1" lang="en-US"/>
              <a:t>i, . . . , n – </a:t>
            </a:r>
            <a:r>
              <a:rPr lang="en-US"/>
              <a:t>1</a:t>
            </a:r>
            <a:endParaRPr/>
          </a:p>
          <a:p>
            <a:pPr indent="-342900" lvl="1" marL="800100" rtl="0" algn="l">
              <a:spcBef>
                <a:spcPts val="595"/>
              </a:spcBef>
              <a:spcAft>
                <a:spcPts val="0"/>
              </a:spcAft>
              <a:buSzPts val="1870"/>
              <a:buChar char="•"/>
            </a:pPr>
            <a:r>
              <a:rPr lang="en-US"/>
              <a:t>move record </a:t>
            </a:r>
            <a:r>
              <a:rPr i="1" lang="en-US"/>
              <a:t>n </a:t>
            </a:r>
            <a:r>
              <a:rPr lang="en-US"/>
              <a:t> to </a:t>
            </a:r>
            <a:r>
              <a:rPr i="1" lang="en-US"/>
              <a:t>i</a:t>
            </a:r>
            <a:endParaRPr/>
          </a:p>
          <a:p>
            <a:pPr indent="-342900" lvl="1" marL="800100" rtl="0" algn="l">
              <a:spcBef>
                <a:spcPts val="595"/>
              </a:spcBef>
              <a:spcAft>
                <a:spcPts val="0"/>
              </a:spcAft>
              <a:buSzPts val="1870"/>
              <a:buChar char="•"/>
            </a:pPr>
            <a:r>
              <a:rPr b="1" lang="en-US"/>
              <a:t>do not move records, but link all free records on a </a:t>
            </a:r>
            <a:r>
              <a:rPr b="1" i="1" lang="en-US"/>
              <a:t>free list</a:t>
            </a:r>
            <a:endParaRPr b="1"/>
          </a:p>
        </p:txBody>
      </p:sp>
      <p:pic>
        <p:nvPicPr>
          <p:cNvPr id="122" name="Google Shape;122;p20"/>
          <p:cNvPicPr preferRelativeResize="0"/>
          <p:nvPr/>
        </p:nvPicPr>
        <p:blipFill rotWithShape="1">
          <a:blip r:embed="rId3">
            <a:alphaModFix/>
          </a:blip>
          <a:srcRect b="0" l="0" r="0" t="0"/>
          <a:stretch/>
        </p:blipFill>
        <p:spPr>
          <a:xfrm>
            <a:off x="2228850" y="2717245"/>
            <a:ext cx="5259366" cy="3305138"/>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21"/>
          <p:cNvSpPr txBox="1"/>
          <p:nvPr>
            <p:ph type="title"/>
          </p:nvPr>
        </p:nvSpPr>
        <p:spPr>
          <a:xfrm>
            <a:off x="768350" y="117475"/>
            <a:ext cx="8077200" cy="6096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Variable-Length Records</a:t>
            </a:r>
            <a:endParaRPr/>
          </a:p>
        </p:txBody>
      </p:sp>
      <p:sp>
        <p:nvSpPr>
          <p:cNvPr id="129" name="Google Shape;129;p21"/>
          <p:cNvSpPr txBox="1"/>
          <p:nvPr>
            <p:ph idx="1" type="body"/>
          </p:nvPr>
        </p:nvSpPr>
        <p:spPr>
          <a:xfrm>
            <a:off x="814280" y="1236663"/>
            <a:ext cx="7601752" cy="4897437"/>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2040"/>
              <a:buFont typeface="Noto Sans Symbols"/>
              <a:buChar char="▪"/>
            </a:pPr>
            <a:r>
              <a:rPr lang="en-US"/>
              <a:t>Variable-length records arise in database systems in several ways:</a:t>
            </a:r>
            <a:endParaRPr/>
          </a:p>
          <a:p>
            <a:pPr indent="-342900" lvl="1" marL="800100" rtl="0" algn="l">
              <a:spcBef>
                <a:spcPts val="595"/>
              </a:spcBef>
              <a:spcAft>
                <a:spcPts val="0"/>
              </a:spcAft>
              <a:buSzPts val="1870"/>
              <a:buChar char="•"/>
            </a:pPr>
            <a:r>
              <a:rPr lang="en-US"/>
              <a:t>Storage of multiple record types in a file.</a:t>
            </a:r>
            <a:endParaRPr/>
          </a:p>
          <a:p>
            <a:pPr indent="-342900" lvl="1" marL="800100" rtl="0" algn="l">
              <a:spcBef>
                <a:spcPts val="595"/>
              </a:spcBef>
              <a:spcAft>
                <a:spcPts val="0"/>
              </a:spcAft>
              <a:buSzPts val="1870"/>
              <a:buChar char="•"/>
            </a:pPr>
            <a:r>
              <a:rPr lang="en-US"/>
              <a:t>Record types that allow variable lengths for one or more fields such as strings (</a:t>
            </a:r>
            <a:r>
              <a:rPr b="1" lang="en-US"/>
              <a:t>varchar</a:t>
            </a:r>
            <a:r>
              <a:rPr lang="en-US"/>
              <a:t>)</a:t>
            </a:r>
            <a:endParaRPr/>
          </a:p>
          <a:p>
            <a:pPr indent="-342900" lvl="1" marL="800100" rtl="0" algn="l">
              <a:spcBef>
                <a:spcPts val="595"/>
              </a:spcBef>
              <a:spcAft>
                <a:spcPts val="0"/>
              </a:spcAft>
              <a:buSzPts val="1870"/>
              <a:buChar char="•"/>
            </a:pPr>
            <a:r>
              <a:rPr lang="en-US"/>
              <a:t>Record types that allow repeating fields (used in some older data models).</a:t>
            </a:r>
            <a:endParaRPr/>
          </a:p>
          <a:p>
            <a:pPr indent="-342900" lvl="0" marL="342900" rtl="0" algn="l">
              <a:spcBef>
                <a:spcPts val="595"/>
              </a:spcBef>
              <a:spcAft>
                <a:spcPts val="0"/>
              </a:spcAft>
              <a:buSzPts val="2040"/>
              <a:buFont typeface="Arial"/>
              <a:buNone/>
            </a:pPr>
            <a:r>
              <a:t/>
            </a:r>
            <a:endParaRPr/>
          </a:p>
        </p:txBody>
      </p:sp>
      <p:pic>
        <p:nvPicPr>
          <p:cNvPr id="130" name="Google Shape;130;p21"/>
          <p:cNvPicPr preferRelativeResize="0"/>
          <p:nvPr/>
        </p:nvPicPr>
        <p:blipFill rotWithShape="1">
          <a:blip r:embed="rId3">
            <a:alphaModFix/>
          </a:blip>
          <a:srcRect b="0" l="0" r="0" t="0"/>
          <a:stretch/>
        </p:blipFill>
        <p:spPr>
          <a:xfrm>
            <a:off x="661132" y="3967884"/>
            <a:ext cx="8184418" cy="2166216"/>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22"/>
          <p:cNvSpPr txBox="1"/>
          <p:nvPr>
            <p:ph type="title"/>
          </p:nvPr>
        </p:nvSpPr>
        <p:spPr>
          <a:xfrm>
            <a:off x="768350" y="117475"/>
            <a:ext cx="8077200" cy="6096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Variable-Length Records</a:t>
            </a:r>
            <a:endParaRPr/>
          </a:p>
        </p:txBody>
      </p:sp>
      <p:sp>
        <p:nvSpPr>
          <p:cNvPr id="137" name="Google Shape;137;p22"/>
          <p:cNvSpPr txBox="1"/>
          <p:nvPr>
            <p:ph idx="1" type="body"/>
          </p:nvPr>
        </p:nvSpPr>
        <p:spPr>
          <a:xfrm>
            <a:off x="814280" y="1236663"/>
            <a:ext cx="7601752" cy="4897437"/>
          </a:xfrm>
          <a:prstGeom prst="rect">
            <a:avLst/>
          </a:prstGeom>
          <a:noFill/>
          <a:ln>
            <a:noFill/>
          </a:ln>
        </p:spPr>
        <p:txBody>
          <a:bodyPr anchorCtr="0" anchor="t" bIns="45700" lIns="91425" spcFirstLastPara="1" rIns="91425" wrap="square" tIns="45700">
            <a:noAutofit/>
          </a:bodyPr>
          <a:lstStyle/>
          <a:p>
            <a:pPr indent="-213359" lvl="0" marL="342900" rtl="0" algn="l">
              <a:spcBef>
                <a:spcPts val="0"/>
              </a:spcBef>
              <a:spcAft>
                <a:spcPts val="0"/>
              </a:spcAft>
              <a:buSzPts val="2040"/>
              <a:buFont typeface="Noto Sans Symbols"/>
              <a:buNone/>
            </a:pPr>
            <a:r>
              <a:t/>
            </a:r>
            <a:endParaRPr/>
          </a:p>
          <a:p>
            <a:pPr indent="-342900" lvl="0" marL="342900" rtl="0" algn="l">
              <a:spcBef>
                <a:spcPts val="595"/>
              </a:spcBef>
              <a:spcAft>
                <a:spcPts val="0"/>
              </a:spcAft>
              <a:buSzPts val="2040"/>
              <a:buFont typeface="Noto Sans Symbols"/>
              <a:buChar char="▪"/>
            </a:pPr>
            <a:r>
              <a:rPr lang="en-US"/>
              <a:t>Attributes are stored in order</a:t>
            </a:r>
            <a:endParaRPr/>
          </a:p>
          <a:p>
            <a:pPr indent="-342900" lvl="0" marL="342900" rtl="0" algn="l">
              <a:spcBef>
                <a:spcPts val="595"/>
              </a:spcBef>
              <a:spcAft>
                <a:spcPts val="0"/>
              </a:spcAft>
              <a:buSzPts val="2040"/>
              <a:buFont typeface="Noto Sans Symbols"/>
              <a:buChar char="▪"/>
            </a:pPr>
            <a:r>
              <a:rPr lang="en-US"/>
              <a:t>Variable length attributes represented by fixed size (offset, length), with actual data stored after all fixed length attributes</a:t>
            </a:r>
            <a:endParaRPr/>
          </a:p>
          <a:p>
            <a:pPr indent="-342900" lvl="0" marL="342900" rtl="0" algn="l">
              <a:spcBef>
                <a:spcPts val="595"/>
              </a:spcBef>
              <a:spcAft>
                <a:spcPts val="0"/>
              </a:spcAft>
              <a:buSzPts val="2040"/>
              <a:buFont typeface="Noto Sans Symbols"/>
              <a:buChar char="▪"/>
            </a:pPr>
            <a:r>
              <a:rPr lang="en-US"/>
              <a:t>Null values represented by null-value bitmap</a:t>
            </a:r>
            <a:endParaRPr/>
          </a:p>
          <a:p>
            <a:pPr indent="-342900" lvl="0" marL="342900" rtl="0" algn="l">
              <a:spcBef>
                <a:spcPts val="595"/>
              </a:spcBef>
              <a:spcAft>
                <a:spcPts val="0"/>
              </a:spcAft>
              <a:buSzPts val="2040"/>
              <a:buFont typeface="Arial"/>
              <a:buNone/>
            </a:pPr>
            <a:r>
              <a:t/>
            </a:r>
            <a:endParaRPr/>
          </a:p>
        </p:txBody>
      </p:sp>
      <p:pic>
        <p:nvPicPr>
          <p:cNvPr id="138" name="Google Shape;138;p22"/>
          <p:cNvPicPr preferRelativeResize="0"/>
          <p:nvPr/>
        </p:nvPicPr>
        <p:blipFill rotWithShape="1">
          <a:blip r:embed="rId3">
            <a:alphaModFix/>
          </a:blip>
          <a:srcRect b="0" l="0" r="0" t="0"/>
          <a:stretch/>
        </p:blipFill>
        <p:spPr>
          <a:xfrm>
            <a:off x="814280" y="3021816"/>
            <a:ext cx="6486632" cy="1191048"/>
          </a:xfrm>
          <a:prstGeom prst="rect">
            <a:avLst/>
          </a:prstGeom>
          <a:noFill/>
          <a:ln>
            <a:noFill/>
          </a:ln>
        </p:spPr>
      </p:pic>
      <p:pic>
        <p:nvPicPr>
          <p:cNvPr id="139" name="Google Shape;139;p22"/>
          <p:cNvPicPr preferRelativeResize="0"/>
          <p:nvPr/>
        </p:nvPicPr>
        <p:blipFill rotWithShape="1">
          <a:blip r:embed="rId4">
            <a:alphaModFix/>
          </a:blip>
          <a:srcRect b="0" l="0" r="0" t="0"/>
          <a:stretch/>
        </p:blipFill>
        <p:spPr>
          <a:xfrm>
            <a:off x="1398095" y="4284549"/>
            <a:ext cx="4061812" cy="1607959"/>
          </a:xfrm>
          <a:prstGeom prst="rect">
            <a:avLst/>
          </a:prstGeom>
          <a:noFill/>
          <a:ln>
            <a:noFill/>
          </a:ln>
        </p:spPr>
      </p:pic>
      <p:graphicFrame>
        <p:nvGraphicFramePr>
          <p:cNvPr id="140" name="Google Shape;140;p22"/>
          <p:cNvGraphicFramePr/>
          <p:nvPr/>
        </p:nvGraphicFramePr>
        <p:xfrm>
          <a:off x="1395653" y="5984523"/>
          <a:ext cx="3000000" cy="3000000"/>
        </p:xfrm>
        <a:graphic>
          <a:graphicData uri="http://schemas.openxmlformats.org/drawingml/2006/table">
            <a:tbl>
              <a:tblPr bandRow="1" firstRow="1">
                <a:noFill/>
                <a:tableStyleId>{3FD3083D-27B5-4277-A0E3-A6BBB3D11219}</a:tableStyleId>
              </a:tblPr>
              <a:tblGrid>
                <a:gridCol w="2032000"/>
                <a:gridCol w="2032000"/>
                <a:gridCol w="2032000"/>
              </a:tblGrid>
              <a:tr h="370850">
                <a:tc>
                  <a:txBody>
                    <a:bodyPr/>
                    <a:lstStyle/>
                    <a:p>
                      <a:pPr indent="0" lvl="0" marL="0" marR="0" rtl="0" algn="l">
                        <a:spcBef>
                          <a:spcPts val="0"/>
                        </a:spcBef>
                        <a:spcAft>
                          <a:spcPts val="0"/>
                        </a:spcAft>
                        <a:buNone/>
                      </a:pPr>
                      <a:r>
                        <a:rPr lang="en-US" sz="1800" u="none" cap="none" strike="noStrike">
                          <a:solidFill>
                            <a:srgbClr val="FF0000"/>
                          </a:solidFill>
                        </a:rPr>
                        <a:t>Record Header</a:t>
                      </a:r>
                      <a:endParaRPr sz="1800">
                        <a:solidFill>
                          <a:srgbClr val="FF0000"/>
                        </a:solidFill>
                      </a:endParaRPr>
                    </a:p>
                  </a:txBody>
                  <a:tcPr marT="45725" marB="45725" marR="91450" marL="91450"/>
                </a:tc>
                <a:tc>
                  <a:txBody>
                    <a:bodyPr/>
                    <a:lstStyle/>
                    <a:p>
                      <a:pPr indent="0" lvl="0" marL="0" marR="0" rtl="0" algn="l">
                        <a:spcBef>
                          <a:spcPts val="0"/>
                        </a:spcBef>
                        <a:spcAft>
                          <a:spcPts val="0"/>
                        </a:spcAft>
                        <a:buNone/>
                      </a:pPr>
                      <a:r>
                        <a:rPr lang="en-US" sz="1800">
                          <a:solidFill>
                            <a:srgbClr val="FF0000"/>
                          </a:solidFill>
                        </a:rPr>
                        <a:t>Fixed length field</a:t>
                      </a:r>
                      <a:endParaRPr sz="1800">
                        <a:solidFill>
                          <a:srgbClr val="FF0000"/>
                        </a:solidFill>
                      </a:endParaRPr>
                    </a:p>
                  </a:txBody>
                  <a:tcPr marT="45725" marB="45725" marR="91450" marL="91450"/>
                </a:tc>
                <a:tc>
                  <a:txBody>
                    <a:bodyPr/>
                    <a:lstStyle/>
                    <a:p>
                      <a:pPr indent="0" lvl="0" marL="0" marR="0" rtl="0" algn="l">
                        <a:spcBef>
                          <a:spcPts val="0"/>
                        </a:spcBef>
                        <a:spcAft>
                          <a:spcPts val="0"/>
                        </a:spcAft>
                        <a:buNone/>
                      </a:pPr>
                      <a:r>
                        <a:rPr lang="en-US" sz="1800">
                          <a:solidFill>
                            <a:srgbClr val="FF0000"/>
                          </a:solidFill>
                        </a:rPr>
                        <a:t>Variable length field</a:t>
                      </a:r>
                      <a:endParaRPr sz="1800">
                        <a:solidFill>
                          <a:srgbClr val="FF0000"/>
                        </a:solidFill>
                      </a:endParaRPr>
                    </a:p>
                  </a:txBody>
                  <a:tcPr marT="45725" marB="45725" marR="91450" marL="91450"/>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23"/>
          <p:cNvSpPr txBox="1"/>
          <p:nvPr>
            <p:ph type="title"/>
          </p:nvPr>
        </p:nvSpPr>
        <p:spPr>
          <a:xfrm>
            <a:off x="687467" y="338142"/>
            <a:ext cx="8627985" cy="4572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sz="2700"/>
              <a:t>Variable-Length Records: Slotted Page Structure</a:t>
            </a:r>
            <a:endParaRPr/>
          </a:p>
        </p:txBody>
      </p:sp>
      <p:sp>
        <p:nvSpPr>
          <p:cNvPr id="147" name="Google Shape;147;p23"/>
          <p:cNvSpPr txBox="1"/>
          <p:nvPr>
            <p:ph idx="1" type="body"/>
          </p:nvPr>
        </p:nvSpPr>
        <p:spPr>
          <a:xfrm>
            <a:off x="843379" y="3065463"/>
            <a:ext cx="7430609" cy="3438525"/>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2040"/>
              <a:buFont typeface="Noto Sans Symbols"/>
              <a:buChar char="▪"/>
            </a:pPr>
            <a:r>
              <a:rPr b="1" lang="en-US">
                <a:solidFill>
                  <a:srgbClr val="002060"/>
                </a:solidFill>
              </a:rPr>
              <a:t>Slotted page</a:t>
            </a:r>
            <a:r>
              <a:rPr lang="en-US">
                <a:solidFill>
                  <a:srgbClr val="002060"/>
                </a:solidFill>
              </a:rPr>
              <a:t> </a:t>
            </a:r>
            <a:r>
              <a:rPr lang="en-US"/>
              <a:t>header contains:</a:t>
            </a:r>
            <a:endParaRPr/>
          </a:p>
          <a:p>
            <a:pPr indent="-342900" lvl="1" marL="800100" rtl="0" algn="l">
              <a:spcBef>
                <a:spcPts val="595"/>
              </a:spcBef>
              <a:spcAft>
                <a:spcPts val="0"/>
              </a:spcAft>
              <a:buSzPts val="1870"/>
              <a:buChar char="•"/>
            </a:pPr>
            <a:r>
              <a:rPr lang="en-US"/>
              <a:t>number of record entries</a:t>
            </a:r>
            <a:endParaRPr/>
          </a:p>
          <a:p>
            <a:pPr indent="-342900" lvl="1" marL="800100" rtl="0" algn="l">
              <a:spcBef>
                <a:spcPts val="595"/>
              </a:spcBef>
              <a:spcAft>
                <a:spcPts val="0"/>
              </a:spcAft>
              <a:buSzPts val="1870"/>
              <a:buChar char="•"/>
            </a:pPr>
            <a:r>
              <a:rPr lang="en-US"/>
              <a:t>end of free space in the block</a:t>
            </a:r>
            <a:endParaRPr/>
          </a:p>
          <a:p>
            <a:pPr indent="-342900" lvl="1" marL="800100" rtl="0" algn="l">
              <a:spcBef>
                <a:spcPts val="595"/>
              </a:spcBef>
              <a:spcAft>
                <a:spcPts val="0"/>
              </a:spcAft>
              <a:buSzPts val="1870"/>
              <a:buChar char="•"/>
            </a:pPr>
            <a:r>
              <a:rPr lang="en-US"/>
              <a:t>location and size of each record</a:t>
            </a:r>
            <a:endParaRPr/>
          </a:p>
          <a:p>
            <a:pPr indent="-342900" lvl="0" marL="342900" rtl="0" algn="l">
              <a:spcBef>
                <a:spcPts val="595"/>
              </a:spcBef>
              <a:spcAft>
                <a:spcPts val="0"/>
              </a:spcAft>
              <a:buSzPts val="2040"/>
              <a:buFont typeface="Noto Sans Symbols"/>
              <a:buChar char="▪"/>
            </a:pPr>
            <a:r>
              <a:rPr lang="en-US"/>
              <a:t>Records can be moved around within a page to keep them contiguous with no empty space between them; entry in the header must be updated.</a:t>
            </a:r>
            <a:endParaRPr/>
          </a:p>
          <a:p>
            <a:pPr indent="-342900" lvl="0" marL="342900" rtl="0" algn="l">
              <a:spcBef>
                <a:spcPts val="595"/>
              </a:spcBef>
              <a:spcAft>
                <a:spcPts val="0"/>
              </a:spcAft>
              <a:buSzPts val="2040"/>
              <a:buFont typeface="Noto Sans Symbols"/>
              <a:buChar char="▪"/>
            </a:pPr>
            <a:r>
              <a:rPr lang="en-US"/>
              <a:t>Pointers should not point directly to record — instead they should point to the entry for the record in header.</a:t>
            </a:r>
            <a:endParaRPr/>
          </a:p>
        </p:txBody>
      </p:sp>
      <p:pic>
        <p:nvPicPr>
          <p:cNvPr id="148" name="Google Shape;148;p23"/>
          <p:cNvPicPr preferRelativeResize="0"/>
          <p:nvPr/>
        </p:nvPicPr>
        <p:blipFill rotWithShape="1">
          <a:blip r:embed="rId3">
            <a:alphaModFix/>
          </a:blip>
          <a:srcRect b="0" l="0" r="0" t="0"/>
          <a:stretch/>
        </p:blipFill>
        <p:spPr>
          <a:xfrm>
            <a:off x="1343015" y="1155738"/>
            <a:ext cx="5103812" cy="1733507"/>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24"/>
          <p:cNvSpPr txBox="1"/>
          <p:nvPr>
            <p:ph type="title"/>
          </p:nvPr>
        </p:nvSpPr>
        <p:spPr>
          <a:xfrm>
            <a:off x="768350" y="117475"/>
            <a:ext cx="8077200" cy="6096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Storing Large Objects</a:t>
            </a:r>
            <a:endParaRPr/>
          </a:p>
        </p:txBody>
      </p:sp>
      <p:sp>
        <p:nvSpPr>
          <p:cNvPr id="154" name="Google Shape;154;p24"/>
          <p:cNvSpPr txBox="1"/>
          <p:nvPr>
            <p:ph idx="1" type="body"/>
          </p:nvPr>
        </p:nvSpPr>
        <p:spPr>
          <a:xfrm>
            <a:off x="814388" y="1093788"/>
            <a:ext cx="7661275" cy="4903787"/>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2040"/>
              <a:buFont typeface="Noto Sans Symbols"/>
              <a:buChar char="▪"/>
            </a:pPr>
            <a:r>
              <a:rPr lang="en-US"/>
              <a:t>E.g., blob/clob types</a:t>
            </a:r>
            <a:endParaRPr/>
          </a:p>
          <a:p>
            <a:pPr indent="-342900" lvl="0" marL="342900" rtl="0" algn="l">
              <a:spcBef>
                <a:spcPts val="595"/>
              </a:spcBef>
              <a:spcAft>
                <a:spcPts val="0"/>
              </a:spcAft>
              <a:buSzPts val="2040"/>
              <a:buFont typeface="Noto Sans Symbols"/>
              <a:buChar char="▪"/>
            </a:pPr>
            <a:r>
              <a:rPr lang="en-US"/>
              <a:t>Records must be smaller than pages</a:t>
            </a:r>
            <a:endParaRPr/>
          </a:p>
          <a:p>
            <a:pPr indent="-342900" lvl="0" marL="342900" rtl="0" algn="l">
              <a:spcBef>
                <a:spcPts val="595"/>
              </a:spcBef>
              <a:spcAft>
                <a:spcPts val="0"/>
              </a:spcAft>
              <a:buSzPts val="2040"/>
              <a:buFont typeface="Noto Sans Symbols"/>
              <a:buChar char="▪"/>
            </a:pPr>
            <a:r>
              <a:rPr lang="en-US"/>
              <a:t>Alternatives:</a:t>
            </a:r>
            <a:endParaRPr/>
          </a:p>
          <a:p>
            <a:pPr indent="-342900" lvl="1" marL="800100" rtl="0" algn="l">
              <a:spcBef>
                <a:spcPts val="595"/>
              </a:spcBef>
              <a:spcAft>
                <a:spcPts val="0"/>
              </a:spcAft>
              <a:buSzPts val="1870"/>
              <a:buChar char="•"/>
            </a:pPr>
            <a:r>
              <a:rPr lang="en-US"/>
              <a:t>Store as files in file systems</a:t>
            </a:r>
            <a:endParaRPr/>
          </a:p>
          <a:p>
            <a:pPr indent="-342900" lvl="1" marL="800100" rtl="0" algn="l">
              <a:spcBef>
                <a:spcPts val="595"/>
              </a:spcBef>
              <a:spcAft>
                <a:spcPts val="0"/>
              </a:spcAft>
              <a:buSzPts val="1870"/>
              <a:buChar char="•"/>
            </a:pPr>
            <a:r>
              <a:rPr lang="en-US"/>
              <a:t>Store as files managed by database</a:t>
            </a:r>
            <a:endParaRPr/>
          </a:p>
          <a:p>
            <a:pPr indent="-342900" lvl="1" marL="800100" rtl="0" algn="l">
              <a:spcBef>
                <a:spcPts val="595"/>
              </a:spcBef>
              <a:spcAft>
                <a:spcPts val="0"/>
              </a:spcAft>
              <a:buSzPts val="1870"/>
              <a:buChar char="•"/>
            </a:pPr>
            <a:r>
              <a:rPr lang="en-US"/>
              <a:t>Break into pieces and store in multiple tuples in separate relation</a:t>
            </a:r>
            <a:endParaRPr/>
          </a:p>
          <a:p>
            <a:pPr indent="-228600" lvl="2" marL="1085850" rtl="0" algn="l">
              <a:spcBef>
                <a:spcPts val="595"/>
              </a:spcBef>
              <a:spcAft>
                <a:spcPts val="0"/>
              </a:spcAft>
              <a:buSzPts val="1445"/>
              <a:buChar char="▪"/>
            </a:pPr>
            <a:r>
              <a:rPr lang="en-US"/>
              <a:t>PostgreSQL TOAST</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25"/>
          <p:cNvSpPr txBox="1"/>
          <p:nvPr>
            <p:ph type="title"/>
          </p:nvPr>
        </p:nvSpPr>
        <p:spPr>
          <a:xfrm>
            <a:off x="768350" y="117475"/>
            <a:ext cx="8077200" cy="6096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Organization of Records in Files</a:t>
            </a:r>
            <a:endParaRPr/>
          </a:p>
        </p:txBody>
      </p:sp>
      <p:sp>
        <p:nvSpPr>
          <p:cNvPr id="161" name="Google Shape;161;p25"/>
          <p:cNvSpPr txBox="1"/>
          <p:nvPr>
            <p:ph idx="1" type="body"/>
          </p:nvPr>
        </p:nvSpPr>
        <p:spPr>
          <a:xfrm>
            <a:off x="768350" y="1193800"/>
            <a:ext cx="7700947" cy="4867635"/>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2040"/>
              <a:buFont typeface="Noto Sans Symbols"/>
              <a:buChar char="▪"/>
            </a:pPr>
            <a:r>
              <a:rPr b="1" lang="en-US">
                <a:solidFill>
                  <a:srgbClr val="002060"/>
                </a:solidFill>
              </a:rPr>
              <a:t>Heap</a:t>
            </a:r>
            <a:r>
              <a:rPr b="1" lang="en-US"/>
              <a:t> </a:t>
            </a:r>
            <a:r>
              <a:rPr lang="en-US"/>
              <a:t>– record can be placed anywhere in the file where there is space</a:t>
            </a:r>
            <a:endParaRPr/>
          </a:p>
          <a:p>
            <a:pPr indent="-342900" lvl="0" marL="342900" rtl="0" algn="l">
              <a:spcBef>
                <a:spcPts val="595"/>
              </a:spcBef>
              <a:spcAft>
                <a:spcPts val="0"/>
              </a:spcAft>
              <a:buSzPts val="2040"/>
              <a:buFont typeface="Noto Sans Symbols"/>
              <a:buChar char="▪"/>
            </a:pPr>
            <a:r>
              <a:rPr b="1" lang="en-US">
                <a:solidFill>
                  <a:srgbClr val="002060"/>
                </a:solidFill>
              </a:rPr>
              <a:t>Sequential</a:t>
            </a:r>
            <a:r>
              <a:rPr b="1" lang="en-US">
                <a:solidFill>
                  <a:schemeClr val="dk2"/>
                </a:solidFill>
              </a:rPr>
              <a:t> </a:t>
            </a:r>
            <a:r>
              <a:rPr lang="en-US"/>
              <a:t>– store records in sequential order, based on the value of the search key of each record</a:t>
            </a:r>
            <a:endParaRPr/>
          </a:p>
          <a:p>
            <a:pPr indent="-342900" lvl="0" marL="342900" rtl="0" algn="l">
              <a:spcBef>
                <a:spcPts val="595"/>
              </a:spcBef>
              <a:spcAft>
                <a:spcPts val="0"/>
              </a:spcAft>
              <a:buSzPts val="2040"/>
              <a:buFont typeface="Noto Sans Symbols"/>
              <a:buChar char="▪"/>
            </a:pPr>
            <a:r>
              <a:rPr lang="en-US"/>
              <a:t>In a  </a:t>
            </a:r>
            <a:r>
              <a:rPr b="1" lang="en-US">
                <a:solidFill>
                  <a:srgbClr val="002060"/>
                </a:solidFill>
              </a:rPr>
              <a:t>multitable clustering file organization </a:t>
            </a:r>
            <a:r>
              <a:rPr lang="en-US">
                <a:solidFill>
                  <a:srgbClr val="002060"/>
                </a:solidFill>
              </a:rPr>
              <a:t> </a:t>
            </a:r>
            <a:r>
              <a:rPr lang="en-US"/>
              <a:t>records of several different relations can be stored in the same file</a:t>
            </a:r>
            <a:endParaRPr/>
          </a:p>
          <a:p>
            <a:pPr indent="-342900" lvl="1" marL="800100" rtl="0" algn="l">
              <a:spcBef>
                <a:spcPts val="595"/>
              </a:spcBef>
              <a:spcAft>
                <a:spcPts val="0"/>
              </a:spcAft>
              <a:buSzPts val="1870"/>
              <a:buChar char="•"/>
            </a:pPr>
            <a:r>
              <a:rPr lang="en-US"/>
              <a:t>Motivation: store related records on the same block to minimize I/O</a:t>
            </a:r>
            <a:endParaRPr/>
          </a:p>
          <a:p>
            <a:pPr indent="-342900" lvl="0" marL="342900" rtl="0" algn="l">
              <a:spcBef>
                <a:spcPts val="595"/>
              </a:spcBef>
              <a:spcAft>
                <a:spcPts val="0"/>
              </a:spcAft>
              <a:buSzPts val="2040"/>
              <a:buFont typeface="Noto Sans Symbols"/>
              <a:buChar char="▪"/>
            </a:pPr>
            <a:r>
              <a:rPr b="1" lang="en-US">
                <a:solidFill>
                  <a:srgbClr val="002060"/>
                </a:solidFill>
              </a:rPr>
              <a:t>B</a:t>
            </a:r>
            <a:r>
              <a:rPr b="1" baseline="30000" lang="en-US">
                <a:solidFill>
                  <a:srgbClr val="002060"/>
                </a:solidFill>
              </a:rPr>
              <a:t>+</a:t>
            </a:r>
            <a:r>
              <a:rPr b="1" lang="en-US">
                <a:solidFill>
                  <a:srgbClr val="002060"/>
                </a:solidFill>
              </a:rPr>
              <a:t>-tree file organization</a:t>
            </a:r>
            <a:endParaRPr/>
          </a:p>
          <a:p>
            <a:pPr indent="-342900" lvl="1" marL="800100" rtl="0" algn="l">
              <a:spcBef>
                <a:spcPts val="595"/>
              </a:spcBef>
              <a:spcAft>
                <a:spcPts val="0"/>
              </a:spcAft>
              <a:buSzPts val="1870"/>
              <a:buChar char="•"/>
            </a:pPr>
            <a:r>
              <a:rPr lang="en-US">
                <a:solidFill>
                  <a:srgbClr val="0C0C0C"/>
                </a:solidFill>
              </a:rPr>
              <a:t>Ordered storage even with inserts/deletes</a:t>
            </a:r>
            <a:endParaRPr/>
          </a:p>
          <a:p>
            <a:pPr indent="-342900" lvl="1" marL="800100" rtl="0" algn="l">
              <a:spcBef>
                <a:spcPts val="595"/>
              </a:spcBef>
              <a:spcAft>
                <a:spcPts val="0"/>
              </a:spcAft>
              <a:buSzPts val="1870"/>
              <a:buChar char="•"/>
            </a:pPr>
            <a:r>
              <a:rPr lang="en-US">
                <a:solidFill>
                  <a:srgbClr val="0C0C0C"/>
                </a:solidFill>
              </a:rPr>
              <a:t>More on this in Chapter 14</a:t>
            </a:r>
            <a:endParaRPr/>
          </a:p>
          <a:p>
            <a:pPr indent="-342900" lvl="0" marL="342900" rtl="0" algn="l">
              <a:spcBef>
                <a:spcPts val="595"/>
              </a:spcBef>
              <a:spcAft>
                <a:spcPts val="0"/>
              </a:spcAft>
              <a:buSzPts val="2040"/>
              <a:buFont typeface="Noto Sans Symbols"/>
              <a:buChar char="▪"/>
            </a:pPr>
            <a:r>
              <a:rPr b="1" lang="en-US">
                <a:solidFill>
                  <a:srgbClr val="002060"/>
                </a:solidFill>
              </a:rPr>
              <a:t>Hashing</a:t>
            </a:r>
            <a:r>
              <a:rPr lang="en-US"/>
              <a:t> – a hash function computed on search key; the result specifies in which block of the file the record should be placed</a:t>
            </a:r>
            <a:endParaRPr/>
          </a:p>
          <a:p>
            <a:pPr indent="-342900" lvl="1" marL="800100" rtl="0" algn="l">
              <a:spcBef>
                <a:spcPts val="595"/>
              </a:spcBef>
              <a:spcAft>
                <a:spcPts val="0"/>
              </a:spcAft>
              <a:buSzPts val="1870"/>
              <a:buChar char="•"/>
            </a:pPr>
            <a:r>
              <a:rPr lang="en-US"/>
              <a:t>More on this in Chapter 14</a:t>
            </a:r>
            <a:endParaRPr/>
          </a:p>
          <a:p>
            <a:pPr indent="-213359" lvl="0" marL="342900" rtl="0" algn="l">
              <a:spcBef>
                <a:spcPts val="595"/>
              </a:spcBef>
              <a:spcAft>
                <a:spcPts val="0"/>
              </a:spcAft>
              <a:buSzPts val="2040"/>
              <a:buFont typeface="Noto Sans Symbols"/>
              <a:buNone/>
            </a:pPr>
            <a:r>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26"/>
          <p:cNvSpPr txBox="1"/>
          <p:nvPr>
            <p:ph type="title"/>
          </p:nvPr>
        </p:nvSpPr>
        <p:spPr>
          <a:xfrm>
            <a:off x="768350" y="117475"/>
            <a:ext cx="8077200" cy="6096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Heap File Organization</a:t>
            </a:r>
            <a:endParaRPr/>
          </a:p>
        </p:txBody>
      </p:sp>
      <p:sp>
        <p:nvSpPr>
          <p:cNvPr id="167" name="Google Shape;167;p26"/>
          <p:cNvSpPr txBox="1"/>
          <p:nvPr>
            <p:ph idx="1" type="body"/>
          </p:nvPr>
        </p:nvSpPr>
        <p:spPr>
          <a:xfrm>
            <a:off x="814388" y="1093788"/>
            <a:ext cx="7661275" cy="4903787"/>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2040"/>
              <a:buFont typeface="Noto Sans Symbols"/>
              <a:buChar char="▪"/>
            </a:pPr>
            <a:r>
              <a:rPr lang="en-US"/>
              <a:t>Records can be placed anywhere in the file where there is free space</a:t>
            </a:r>
            <a:endParaRPr/>
          </a:p>
          <a:p>
            <a:pPr indent="-342900" lvl="0" marL="342900" rtl="0" algn="l">
              <a:spcBef>
                <a:spcPts val="595"/>
              </a:spcBef>
              <a:spcAft>
                <a:spcPts val="0"/>
              </a:spcAft>
              <a:buSzPts val="2040"/>
              <a:buFont typeface="Noto Sans Symbols"/>
              <a:buChar char="▪"/>
            </a:pPr>
            <a:r>
              <a:rPr lang="en-US"/>
              <a:t>Records usually do not move once allocated</a:t>
            </a:r>
            <a:endParaRPr/>
          </a:p>
          <a:p>
            <a:pPr indent="-342900" lvl="0" marL="342900" rtl="0" algn="l">
              <a:spcBef>
                <a:spcPts val="595"/>
              </a:spcBef>
              <a:spcAft>
                <a:spcPts val="0"/>
              </a:spcAft>
              <a:buSzPts val="2040"/>
              <a:buFont typeface="Noto Sans Symbols"/>
              <a:buChar char="▪"/>
            </a:pPr>
            <a:r>
              <a:rPr lang="en-US"/>
              <a:t>Important to be able to efficiently find free space within file</a:t>
            </a:r>
            <a:endParaRPr/>
          </a:p>
          <a:p>
            <a:pPr indent="-342900" lvl="0" marL="342900" rtl="0" algn="l">
              <a:spcBef>
                <a:spcPts val="595"/>
              </a:spcBef>
              <a:spcAft>
                <a:spcPts val="0"/>
              </a:spcAft>
              <a:buSzPts val="2040"/>
              <a:buFont typeface="Noto Sans Symbols"/>
              <a:buChar char="▪"/>
            </a:pPr>
            <a:r>
              <a:rPr b="1" lang="en-US">
                <a:solidFill>
                  <a:srgbClr val="002060"/>
                </a:solidFill>
              </a:rPr>
              <a:t>Free-space map</a:t>
            </a:r>
            <a:endParaRPr/>
          </a:p>
          <a:p>
            <a:pPr indent="-342900" lvl="1" marL="800100" rtl="0" algn="l">
              <a:spcBef>
                <a:spcPts val="595"/>
              </a:spcBef>
              <a:spcAft>
                <a:spcPts val="0"/>
              </a:spcAft>
              <a:buSzPts val="1870"/>
              <a:buChar char="•"/>
            </a:pPr>
            <a:r>
              <a:rPr lang="en-US">
                <a:solidFill>
                  <a:schemeClr val="accent4"/>
                </a:solidFill>
              </a:rPr>
              <a:t>Array with 1 entry per block.  Each entry is a few bits to a byte, and records fraction of block that is free</a:t>
            </a:r>
            <a:endParaRPr/>
          </a:p>
          <a:p>
            <a:pPr indent="-342900" lvl="1" marL="800100" rtl="0" algn="l">
              <a:spcBef>
                <a:spcPts val="595"/>
              </a:spcBef>
              <a:spcAft>
                <a:spcPts val="0"/>
              </a:spcAft>
              <a:buSzPts val="1870"/>
              <a:buChar char="•"/>
            </a:pPr>
            <a:r>
              <a:rPr lang="en-US">
                <a:solidFill>
                  <a:schemeClr val="accent4"/>
                </a:solidFill>
              </a:rPr>
              <a:t>In example below, 3 bits per block, value divided by 8 indicates fraction of block that is free</a:t>
            </a:r>
            <a:br>
              <a:rPr lang="en-US">
                <a:solidFill>
                  <a:schemeClr val="accent4"/>
                </a:solidFill>
              </a:rPr>
            </a:br>
            <a:br>
              <a:rPr lang="en-US">
                <a:solidFill>
                  <a:schemeClr val="accent4"/>
                </a:solidFill>
              </a:rPr>
            </a:br>
            <a:endParaRPr>
              <a:solidFill>
                <a:schemeClr val="accent4"/>
              </a:solidFill>
            </a:endParaRPr>
          </a:p>
          <a:p>
            <a:pPr indent="-342900" lvl="1" marL="800100" rtl="0" algn="l">
              <a:spcBef>
                <a:spcPts val="595"/>
              </a:spcBef>
              <a:spcAft>
                <a:spcPts val="0"/>
              </a:spcAft>
              <a:buSzPts val="1870"/>
              <a:buChar char="•"/>
            </a:pPr>
            <a:r>
              <a:rPr lang="en-US">
                <a:solidFill>
                  <a:schemeClr val="accent4"/>
                </a:solidFill>
              </a:rPr>
              <a:t>Can have second-level free-space map</a:t>
            </a:r>
            <a:endParaRPr/>
          </a:p>
          <a:p>
            <a:pPr indent="-342900" lvl="1" marL="800100" rtl="0" algn="l">
              <a:spcBef>
                <a:spcPts val="595"/>
              </a:spcBef>
              <a:spcAft>
                <a:spcPts val="0"/>
              </a:spcAft>
              <a:buSzPts val="1870"/>
              <a:buChar char="•"/>
            </a:pPr>
            <a:r>
              <a:rPr lang="en-US">
                <a:solidFill>
                  <a:schemeClr val="accent4"/>
                </a:solidFill>
              </a:rPr>
              <a:t>In example below, each entry stores maximum from 4 entries of first-level free-space map</a:t>
            </a:r>
            <a:endParaRPr/>
          </a:p>
          <a:p>
            <a:pPr indent="0" lvl="1" marL="457200" rtl="0" algn="l">
              <a:spcBef>
                <a:spcPts val="595"/>
              </a:spcBef>
              <a:spcAft>
                <a:spcPts val="0"/>
              </a:spcAft>
              <a:buSzPts val="1870"/>
              <a:buNone/>
            </a:pPr>
            <a:r>
              <a:t/>
            </a:r>
            <a:endParaRPr>
              <a:solidFill>
                <a:schemeClr val="accent4"/>
              </a:solidFill>
            </a:endParaRPr>
          </a:p>
          <a:p>
            <a:pPr indent="-342900" lvl="0" marL="342900" rtl="0" algn="l">
              <a:spcBef>
                <a:spcPts val="595"/>
              </a:spcBef>
              <a:spcAft>
                <a:spcPts val="0"/>
              </a:spcAft>
              <a:buSzPts val="2040"/>
              <a:buFont typeface="Noto Sans Symbols"/>
              <a:buChar char="▪"/>
            </a:pPr>
            <a:r>
              <a:rPr lang="en-US">
                <a:solidFill>
                  <a:schemeClr val="accent4"/>
                </a:solidFill>
              </a:rPr>
              <a:t>Free space map written to disk periodically, OK to have wrong (old) values for some entries (will be detected and fixed)</a:t>
            </a:r>
            <a:endParaRPr/>
          </a:p>
        </p:txBody>
      </p:sp>
      <p:pic>
        <p:nvPicPr>
          <p:cNvPr id="168" name="Google Shape;168;p26"/>
          <p:cNvPicPr preferRelativeResize="0"/>
          <p:nvPr/>
        </p:nvPicPr>
        <p:blipFill rotWithShape="1">
          <a:blip r:embed="rId3">
            <a:alphaModFix/>
          </a:blip>
          <a:srcRect b="0" l="0" r="0" t="0"/>
          <a:stretch/>
        </p:blipFill>
        <p:spPr>
          <a:xfrm>
            <a:off x="2446255" y="3758697"/>
            <a:ext cx="4251489" cy="459931"/>
          </a:xfrm>
          <a:prstGeom prst="rect">
            <a:avLst/>
          </a:prstGeom>
          <a:noFill/>
          <a:ln>
            <a:noFill/>
          </a:ln>
        </p:spPr>
      </p:pic>
      <p:pic>
        <p:nvPicPr>
          <p:cNvPr id="169" name="Google Shape;169;p26"/>
          <p:cNvPicPr preferRelativeResize="0"/>
          <p:nvPr/>
        </p:nvPicPr>
        <p:blipFill rotWithShape="1">
          <a:blip r:embed="rId4">
            <a:alphaModFix/>
          </a:blip>
          <a:srcRect b="0" l="0" r="0" t="0"/>
          <a:stretch/>
        </p:blipFill>
        <p:spPr>
          <a:xfrm>
            <a:off x="3771900" y="5146999"/>
            <a:ext cx="1238887" cy="484543"/>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27"/>
          <p:cNvSpPr txBox="1"/>
          <p:nvPr>
            <p:ph type="title"/>
          </p:nvPr>
        </p:nvSpPr>
        <p:spPr>
          <a:xfrm>
            <a:off x="768350" y="117475"/>
            <a:ext cx="8077200" cy="6096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Sequential File Organization</a:t>
            </a:r>
            <a:endParaRPr/>
          </a:p>
        </p:txBody>
      </p:sp>
      <p:sp>
        <p:nvSpPr>
          <p:cNvPr id="176" name="Google Shape;176;p27"/>
          <p:cNvSpPr txBox="1"/>
          <p:nvPr>
            <p:ph idx="1" type="body"/>
          </p:nvPr>
        </p:nvSpPr>
        <p:spPr>
          <a:xfrm>
            <a:off x="814388" y="1093788"/>
            <a:ext cx="6724650" cy="1333500"/>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2040"/>
              <a:buFont typeface="Noto Sans Symbols"/>
              <a:buChar char="▪"/>
            </a:pPr>
            <a:r>
              <a:rPr lang="en-US"/>
              <a:t>Suitable for applications that require sequential processing of the entire file </a:t>
            </a:r>
            <a:endParaRPr/>
          </a:p>
          <a:p>
            <a:pPr indent="-342900" lvl="0" marL="342900" rtl="0" algn="l">
              <a:spcBef>
                <a:spcPts val="595"/>
              </a:spcBef>
              <a:spcAft>
                <a:spcPts val="0"/>
              </a:spcAft>
              <a:buSzPts val="2040"/>
              <a:buFont typeface="Noto Sans Symbols"/>
              <a:buChar char="▪"/>
            </a:pPr>
            <a:r>
              <a:rPr lang="en-US"/>
              <a:t>The records in the file are ordered by a </a:t>
            </a:r>
            <a:r>
              <a:rPr lang="en-US">
                <a:solidFill>
                  <a:srgbClr val="002060"/>
                </a:solidFill>
              </a:rPr>
              <a:t>search-key</a:t>
            </a:r>
            <a:endParaRPr/>
          </a:p>
        </p:txBody>
      </p:sp>
      <p:pic>
        <p:nvPicPr>
          <p:cNvPr id="177" name="Google Shape;177;p27"/>
          <p:cNvPicPr preferRelativeResize="0"/>
          <p:nvPr/>
        </p:nvPicPr>
        <p:blipFill rotWithShape="1">
          <a:blip r:embed="rId3">
            <a:alphaModFix/>
          </a:blip>
          <a:srcRect b="0" l="0" r="0" t="0"/>
          <a:stretch/>
        </p:blipFill>
        <p:spPr>
          <a:xfrm>
            <a:off x="2043110" y="2210215"/>
            <a:ext cx="5426075" cy="3611133"/>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28"/>
          <p:cNvSpPr txBox="1"/>
          <p:nvPr>
            <p:ph type="title"/>
          </p:nvPr>
        </p:nvSpPr>
        <p:spPr>
          <a:xfrm>
            <a:off x="768350" y="117475"/>
            <a:ext cx="8077200" cy="6096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Sequential File Organization (Cont.)</a:t>
            </a:r>
            <a:endParaRPr/>
          </a:p>
        </p:txBody>
      </p:sp>
      <p:sp>
        <p:nvSpPr>
          <p:cNvPr id="184" name="Google Shape;184;p28"/>
          <p:cNvSpPr txBox="1"/>
          <p:nvPr>
            <p:ph idx="1" type="body"/>
          </p:nvPr>
        </p:nvSpPr>
        <p:spPr>
          <a:xfrm>
            <a:off x="768350" y="1122363"/>
            <a:ext cx="8445500" cy="3976687"/>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2040"/>
              <a:buFont typeface="Noto Sans Symbols"/>
              <a:buChar char="▪"/>
            </a:pPr>
            <a:r>
              <a:rPr lang="en-US"/>
              <a:t>Deletion – use pointer chains</a:t>
            </a:r>
            <a:endParaRPr/>
          </a:p>
          <a:p>
            <a:pPr indent="-342900" lvl="0" marL="342900" rtl="0" algn="l">
              <a:spcBef>
                <a:spcPts val="595"/>
              </a:spcBef>
              <a:spcAft>
                <a:spcPts val="0"/>
              </a:spcAft>
              <a:buSzPts val="2040"/>
              <a:buFont typeface="Noto Sans Symbols"/>
              <a:buChar char="▪"/>
            </a:pPr>
            <a:r>
              <a:rPr lang="en-US"/>
              <a:t>Insertion –locate the position where the record is to be inserted</a:t>
            </a:r>
            <a:endParaRPr/>
          </a:p>
          <a:p>
            <a:pPr indent="-342900" lvl="1" marL="800100" rtl="0" algn="l">
              <a:spcBef>
                <a:spcPts val="595"/>
              </a:spcBef>
              <a:spcAft>
                <a:spcPts val="0"/>
              </a:spcAft>
              <a:buSzPts val="1870"/>
              <a:buChar char="•"/>
            </a:pPr>
            <a:r>
              <a:rPr lang="en-US"/>
              <a:t>if there is free space insert there </a:t>
            </a:r>
            <a:endParaRPr/>
          </a:p>
          <a:p>
            <a:pPr indent="-342900" lvl="1" marL="800100" rtl="0" algn="l">
              <a:spcBef>
                <a:spcPts val="595"/>
              </a:spcBef>
              <a:spcAft>
                <a:spcPts val="0"/>
              </a:spcAft>
              <a:buSzPts val="1870"/>
              <a:buChar char="•"/>
            </a:pPr>
            <a:r>
              <a:rPr lang="en-US"/>
              <a:t>if no free space, insert the record in an </a:t>
            </a:r>
            <a:r>
              <a:rPr lang="en-US">
                <a:solidFill>
                  <a:srgbClr val="002060"/>
                </a:solidFill>
              </a:rPr>
              <a:t>overflow block</a:t>
            </a:r>
            <a:endParaRPr/>
          </a:p>
          <a:p>
            <a:pPr indent="-342900" lvl="1" marL="800100" rtl="0" algn="l">
              <a:spcBef>
                <a:spcPts val="595"/>
              </a:spcBef>
              <a:spcAft>
                <a:spcPts val="0"/>
              </a:spcAft>
              <a:buSzPts val="1870"/>
              <a:buChar char="•"/>
            </a:pPr>
            <a:r>
              <a:rPr lang="en-US"/>
              <a:t>In either case, pointer chain must be updated</a:t>
            </a:r>
            <a:endParaRPr/>
          </a:p>
          <a:p>
            <a:pPr indent="-342900" lvl="0" marL="342900" rtl="0" algn="l">
              <a:spcBef>
                <a:spcPts val="595"/>
              </a:spcBef>
              <a:spcAft>
                <a:spcPts val="0"/>
              </a:spcAft>
              <a:buSzPts val="2040"/>
              <a:buFont typeface="Noto Sans Symbols"/>
              <a:buChar char="▪"/>
            </a:pPr>
            <a:r>
              <a:rPr lang="en-US"/>
              <a:t>Need to reorganize the file</a:t>
            </a:r>
            <a:br>
              <a:rPr lang="en-US"/>
            </a:br>
            <a:r>
              <a:rPr lang="en-US"/>
              <a:t> from time to time to restore</a:t>
            </a:r>
            <a:br>
              <a:rPr lang="en-US"/>
            </a:br>
            <a:r>
              <a:rPr lang="en-US"/>
              <a:t> sequential order</a:t>
            </a:r>
            <a:endParaRPr/>
          </a:p>
        </p:txBody>
      </p:sp>
      <p:pic>
        <p:nvPicPr>
          <p:cNvPr id="185" name="Google Shape;185;p28"/>
          <p:cNvPicPr preferRelativeResize="0"/>
          <p:nvPr/>
        </p:nvPicPr>
        <p:blipFill rotWithShape="1">
          <a:blip r:embed="rId3">
            <a:alphaModFix/>
          </a:blip>
          <a:srcRect b="0" l="0" r="0" t="0"/>
          <a:stretch/>
        </p:blipFill>
        <p:spPr>
          <a:xfrm>
            <a:off x="4241800" y="3006725"/>
            <a:ext cx="4708525" cy="3455988"/>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p29"/>
          <p:cNvSpPr txBox="1"/>
          <p:nvPr>
            <p:ph type="title"/>
          </p:nvPr>
        </p:nvSpPr>
        <p:spPr>
          <a:xfrm>
            <a:off x="768350" y="117475"/>
            <a:ext cx="8077200" cy="6096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Multitable Clustering File Organization</a:t>
            </a:r>
            <a:endParaRPr/>
          </a:p>
        </p:txBody>
      </p:sp>
      <p:sp>
        <p:nvSpPr>
          <p:cNvPr id="192" name="Google Shape;192;p29"/>
          <p:cNvSpPr/>
          <p:nvPr/>
        </p:nvSpPr>
        <p:spPr>
          <a:xfrm>
            <a:off x="868363" y="1016000"/>
            <a:ext cx="6784975" cy="6413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chemeClr val="dk1"/>
              </a:buClr>
              <a:buSzPts val="1800"/>
              <a:buFont typeface="Arial"/>
              <a:buNone/>
            </a:pPr>
            <a:r>
              <a:rPr lang="en-US" sz="1800">
                <a:solidFill>
                  <a:schemeClr val="dk1"/>
                </a:solidFill>
                <a:latin typeface="Helvetica Neue"/>
                <a:ea typeface="Helvetica Neue"/>
                <a:cs typeface="Helvetica Neue"/>
                <a:sym typeface="Helvetica Neue"/>
              </a:rPr>
              <a:t>Store several relations in one file using a </a:t>
            </a:r>
            <a:r>
              <a:rPr b="1" lang="en-US" sz="1800">
                <a:solidFill>
                  <a:srgbClr val="002060"/>
                </a:solidFill>
                <a:latin typeface="Helvetica Neue"/>
                <a:ea typeface="Helvetica Neue"/>
                <a:cs typeface="Helvetica Neue"/>
                <a:sym typeface="Helvetica Neue"/>
              </a:rPr>
              <a:t>multitable clustering </a:t>
            </a:r>
            <a:r>
              <a:rPr lang="en-US" sz="1800">
                <a:solidFill>
                  <a:schemeClr val="dk1"/>
                </a:solidFill>
                <a:latin typeface="Helvetica Neue"/>
                <a:ea typeface="Helvetica Neue"/>
                <a:cs typeface="Helvetica Neue"/>
                <a:sym typeface="Helvetica Neue"/>
              </a:rPr>
              <a:t>file organization</a:t>
            </a:r>
            <a:endParaRPr/>
          </a:p>
        </p:txBody>
      </p:sp>
      <p:sp>
        <p:nvSpPr>
          <p:cNvPr id="193" name="Google Shape;193;p29"/>
          <p:cNvSpPr txBox="1"/>
          <p:nvPr/>
        </p:nvSpPr>
        <p:spPr>
          <a:xfrm>
            <a:off x="1203325" y="1895475"/>
            <a:ext cx="1339850" cy="36671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1800"/>
              <a:buFont typeface="Arial"/>
              <a:buNone/>
            </a:pPr>
            <a:r>
              <a:rPr i="1" lang="en-US" sz="1800">
                <a:solidFill>
                  <a:schemeClr val="dk1"/>
                </a:solidFill>
                <a:latin typeface="Helvetica Neue"/>
                <a:ea typeface="Helvetica Neue"/>
                <a:cs typeface="Helvetica Neue"/>
                <a:sym typeface="Helvetica Neue"/>
              </a:rPr>
              <a:t>department</a:t>
            </a:r>
            <a:endParaRPr/>
          </a:p>
        </p:txBody>
      </p:sp>
      <p:sp>
        <p:nvSpPr>
          <p:cNvPr id="194" name="Google Shape;194;p29"/>
          <p:cNvSpPr txBox="1"/>
          <p:nvPr/>
        </p:nvSpPr>
        <p:spPr>
          <a:xfrm>
            <a:off x="1263650" y="3238500"/>
            <a:ext cx="1123950" cy="36671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1800"/>
              <a:buFont typeface="Arial"/>
              <a:buNone/>
            </a:pPr>
            <a:r>
              <a:rPr i="1" lang="en-US" sz="1800">
                <a:solidFill>
                  <a:schemeClr val="dk1"/>
                </a:solidFill>
                <a:latin typeface="Helvetica Neue"/>
                <a:ea typeface="Helvetica Neue"/>
                <a:cs typeface="Helvetica Neue"/>
                <a:sym typeface="Helvetica Neue"/>
              </a:rPr>
              <a:t>instructor</a:t>
            </a:r>
            <a:endParaRPr/>
          </a:p>
        </p:txBody>
      </p:sp>
      <p:sp>
        <p:nvSpPr>
          <p:cNvPr id="195" name="Google Shape;195;p29"/>
          <p:cNvSpPr txBox="1"/>
          <p:nvPr/>
        </p:nvSpPr>
        <p:spPr>
          <a:xfrm>
            <a:off x="728663" y="4738688"/>
            <a:ext cx="2203450" cy="91598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1800"/>
              <a:buFont typeface="Arial"/>
              <a:buNone/>
            </a:pPr>
            <a:r>
              <a:rPr lang="en-US" sz="1800">
                <a:solidFill>
                  <a:schemeClr val="dk1"/>
                </a:solidFill>
                <a:latin typeface="Helvetica Neue"/>
                <a:ea typeface="Helvetica Neue"/>
                <a:cs typeface="Helvetica Neue"/>
                <a:sym typeface="Helvetica Neue"/>
              </a:rPr>
              <a:t>multitable clustering</a:t>
            </a:r>
            <a:endParaRPr/>
          </a:p>
          <a:p>
            <a:pPr indent="0" lvl="0" marL="0" marR="0" rtl="0" algn="l">
              <a:spcBef>
                <a:spcPts val="0"/>
              </a:spcBef>
              <a:spcAft>
                <a:spcPts val="0"/>
              </a:spcAft>
              <a:buClr>
                <a:schemeClr val="dk1"/>
              </a:buClr>
              <a:buSzPts val="1800"/>
              <a:buFont typeface="Arial"/>
              <a:buNone/>
            </a:pPr>
            <a:r>
              <a:rPr lang="en-US" sz="1800">
                <a:solidFill>
                  <a:schemeClr val="dk1"/>
                </a:solidFill>
                <a:latin typeface="Helvetica Neue"/>
                <a:ea typeface="Helvetica Neue"/>
                <a:cs typeface="Helvetica Neue"/>
                <a:sym typeface="Helvetica Neue"/>
              </a:rPr>
              <a:t>of</a:t>
            </a:r>
            <a:r>
              <a:rPr i="1" lang="en-US" sz="1800">
                <a:solidFill>
                  <a:schemeClr val="dk1"/>
                </a:solidFill>
                <a:latin typeface="Helvetica Neue"/>
                <a:ea typeface="Helvetica Neue"/>
                <a:cs typeface="Helvetica Neue"/>
                <a:sym typeface="Helvetica Neue"/>
              </a:rPr>
              <a:t> department </a:t>
            </a:r>
            <a:r>
              <a:rPr lang="en-US" sz="1800">
                <a:solidFill>
                  <a:schemeClr val="dk1"/>
                </a:solidFill>
                <a:latin typeface="Helvetica Neue"/>
                <a:ea typeface="Helvetica Neue"/>
                <a:cs typeface="Helvetica Neue"/>
                <a:sym typeface="Helvetica Neue"/>
              </a:rPr>
              <a:t>and</a:t>
            </a:r>
            <a:r>
              <a:rPr i="1" lang="en-US" sz="1800">
                <a:solidFill>
                  <a:schemeClr val="dk1"/>
                </a:solidFill>
                <a:latin typeface="Helvetica Neue"/>
                <a:ea typeface="Helvetica Neue"/>
                <a:cs typeface="Helvetica Neue"/>
                <a:sym typeface="Helvetica Neue"/>
              </a:rPr>
              <a:t> </a:t>
            </a:r>
            <a:endParaRPr/>
          </a:p>
          <a:p>
            <a:pPr indent="0" lvl="0" marL="0" marR="0" rtl="0" algn="l">
              <a:spcBef>
                <a:spcPts val="0"/>
              </a:spcBef>
              <a:spcAft>
                <a:spcPts val="0"/>
              </a:spcAft>
              <a:buClr>
                <a:schemeClr val="dk1"/>
              </a:buClr>
              <a:buSzPts val="1800"/>
              <a:buFont typeface="Arial"/>
              <a:buNone/>
            </a:pPr>
            <a:r>
              <a:rPr i="1" lang="en-US" sz="1800">
                <a:solidFill>
                  <a:schemeClr val="dk1"/>
                </a:solidFill>
                <a:latin typeface="Helvetica Neue"/>
                <a:ea typeface="Helvetica Neue"/>
                <a:cs typeface="Helvetica Neue"/>
                <a:sym typeface="Helvetica Neue"/>
              </a:rPr>
              <a:t>instructor</a:t>
            </a:r>
            <a:endParaRPr/>
          </a:p>
        </p:txBody>
      </p:sp>
      <p:pic>
        <p:nvPicPr>
          <p:cNvPr id="196" name="Google Shape;196;p29"/>
          <p:cNvPicPr preferRelativeResize="0"/>
          <p:nvPr/>
        </p:nvPicPr>
        <p:blipFill rotWithShape="1">
          <a:blip r:embed="rId3">
            <a:alphaModFix/>
          </a:blip>
          <a:srcRect b="33413" l="0" r="0" t="1"/>
          <a:stretch/>
        </p:blipFill>
        <p:spPr>
          <a:xfrm>
            <a:off x="3117183" y="1481328"/>
            <a:ext cx="3383855" cy="1256022"/>
          </a:xfrm>
          <a:prstGeom prst="rect">
            <a:avLst/>
          </a:prstGeom>
          <a:noFill/>
          <a:ln>
            <a:noFill/>
          </a:ln>
        </p:spPr>
      </p:pic>
      <p:pic>
        <p:nvPicPr>
          <p:cNvPr id="197" name="Google Shape;197;p29"/>
          <p:cNvPicPr preferRelativeResize="0"/>
          <p:nvPr/>
        </p:nvPicPr>
        <p:blipFill rotWithShape="1">
          <a:blip r:embed="rId4">
            <a:alphaModFix/>
          </a:blip>
          <a:srcRect b="0" l="0" r="0" t="0"/>
          <a:stretch/>
        </p:blipFill>
        <p:spPr>
          <a:xfrm>
            <a:off x="3193265" y="2896919"/>
            <a:ext cx="3633856" cy="1416588"/>
          </a:xfrm>
          <a:prstGeom prst="rect">
            <a:avLst/>
          </a:prstGeom>
          <a:noFill/>
          <a:ln>
            <a:noFill/>
          </a:ln>
        </p:spPr>
      </p:pic>
      <p:pic>
        <p:nvPicPr>
          <p:cNvPr id="198" name="Google Shape;198;p29"/>
          <p:cNvPicPr preferRelativeResize="0"/>
          <p:nvPr/>
        </p:nvPicPr>
        <p:blipFill rotWithShape="1">
          <a:blip r:embed="rId5">
            <a:alphaModFix/>
          </a:blip>
          <a:srcRect b="0" l="0" r="0" t="0"/>
          <a:stretch/>
        </p:blipFill>
        <p:spPr>
          <a:xfrm>
            <a:off x="3286119" y="4638390"/>
            <a:ext cx="4155860" cy="167759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30"/>
          <p:cNvSpPr txBox="1"/>
          <p:nvPr>
            <p:ph type="title"/>
          </p:nvPr>
        </p:nvSpPr>
        <p:spPr>
          <a:xfrm>
            <a:off x="939804" y="117475"/>
            <a:ext cx="8077200" cy="6096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sz="2800"/>
              <a:t>Multitable Clustering File Organization (cont.)</a:t>
            </a:r>
            <a:endParaRPr/>
          </a:p>
        </p:txBody>
      </p:sp>
      <p:sp>
        <p:nvSpPr>
          <p:cNvPr id="204" name="Google Shape;204;p30"/>
          <p:cNvSpPr txBox="1"/>
          <p:nvPr>
            <p:ph idx="1" type="body"/>
          </p:nvPr>
        </p:nvSpPr>
        <p:spPr>
          <a:xfrm>
            <a:off x="768350" y="1268413"/>
            <a:ext cx="7707313" cy="2282825"/>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2040"/>
              <a:buFont typeface="Noto Sans Symbols"/>
              <a:buChar char="▪"/>
            </a:pPr>
            <a:r>
              <a:rPr lang="en-US"/>
              <a:t>good for queries involving </a:t>
            </a:r>
            <a:r>
              <a:rPr i="1" lang="en-US"/>
              <a:t>department </a:t>
            </a:r>
            <a:r>
              <a:rPr lang="en-US"/>
              <a:t> ⨝ </a:t>
            </a:r>
            <a:r>
              <a:rPr i="1" lang="en-US"/>
              <a:t>instructor</a:t>
            </a:r>
            <a:r>
              <a:rPr lang="en-US"/>
              <a:t>, and for queries involving one single department and its instructors</a:t>
            </a:r>
            <a:endParaRPr/>
          </a:p>
          <a:p>
            <a:pPr indent="-342900" lvl="0" marL="342900" rtl="0" algn="l">
              <a:spcBef>
                <a:spcPts val="595"/>
              </a:spcBef>
              <a:spcAft>
                <a:spcPts val="0"/>
              </a:spcAft>
              <a:buSzPts val="2040"/>
              <a:buFont typeface="Noto Sans Symbols"/>
              <a:buChar char="▪"/>
            </a:pPr>
            <a:r>
              <a:rPr lang="en-US"/>
              <a:t>bad for queries involving only </a:t>
            </a:r>
            <a:r>
              <a:rPr i="1" lang="en-US"/>
              <a:t>department</a:t>
            </a:r>
            <a:endParaRPr/>
          </a:p>
          <a:p>
            <a:pPr indent="-342900" lvl="0" marL="342900" rtl="0" algn="l">
              <a:spcBef>
                <a:spcPts val="595"/>
              </a:spcBef>
              <a:spcAft>
                <a:spcPts val="0"/>
              </a:spcAft>
              <a:buSzPts val="2040"/>
              <a:buFont typeface="Noto Sans Symbols"/>
              <a:buChar char="▪"/>
            </a:pPr>
            <a:r>
              <a:rPr lang="en-US"/>
              <a:t>results in variable size records</a:t>
            </a:r>
            <a:endParaRPr/>
          </a:p>
          <a:p>
            <a:pPr indent="-342900" lvl="0" marL="342900" rtl="0" algn="l">
              <a:spcBef>
                <a:spcPts val="595"/>
              </a:spcBef>
              <a:spcAft>
                <a:spcPts val="0"/>
              </a:spcAft>
              <a:buSzPts val="2040"/>
              <a:buFont typeface="Noto Sans Symbols"/>
              <a:buChar char="▪"/>
            </a:pPr>
            <a:r>
              <a:rPr lang="en-US"/>
              <a:t>Can add pointer chains to link records of a particular relation</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p31"/>
          <p:cNvSpPr txBox="1"/>
          <p:nvPr>
            <p:ph type="title"/>
          </p:nvPr>
        </p:nvSpPr>
        <p:spPr>
          <a:xfrm>
            <a:off x="768350" y="117475"/>
            <a:ext cx="8077200" cy="6096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Partitioning</a:t>
            </a:r>
            <a:endParaRPr/>
          </a:p>
        </p:txBody>
      </p:sp>
      <p:sp>
        <p:nvSpPr>
          <p:cNvPr id="210" name="Google Shape;210;p31"/>
          <p:cNvSpPr txBox="1"/>
          <p:nvPr>
            <p:ph idx="1" type="body"/>
          </p:nvPr>
        </p:nvSpPr>
        <p:spPr>
          <a:xfrm>
            <a:off x="768350" y="1093788"/>
            <a:ext cx="7707313" cy="4903787"/>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2040"/>
              <a:buFont typeface="Noto Sans Symbols"/>
              <a:buChar char="▪"/>
            </a:pPr>
            <a:r>
              <a:rPr b="1" lang="en-US">
                <a:solidFill>
                  <a:srgbClr val="002060"/>
                </a:solidFill>
              </a:rPr>
              <a:t>Table partitioning</a:t>
            </a:r>
            <a:r>
              <a:rPr lang="en-US"/>
              <a:t>: Records in a relation can be partitioned into smaller relations that are stored separately</a:t>
            </a:r>
            <a:endParaRPr/>
          </a:p>
          <a:p>
            <a:pPr indent="-342900" lvl="0" marL="342900" rtl="0" algn="l">
              <a:spcBef>
                <a:spcPts val="595"/>
              </a:spcBef>
              <a:spcAft>
                <a:spcPts val="0"/>
              </a:spcAft>
              <a:buSzPts val="2040"/>
              <a:buFont typeface="Noto Sans Symbols"/>
              <a:buChar char="▪"/>
            </a:pPr>
            <a:r>
              <a:rPr lang="en-US"/>
              <a:t>E.g., </a:t>
            </a:r>
            <a:r>
              <a:rPr i="1" lang="en-US"/>
              <a:t>transaction </a:t>
            </a:r>
            <a:r>
              <a:rPr lang="en-US"/>
              <a:t>relation may be partitioned into </a:t>
            </a:r>
            <a:br>
              <a:rPr lang="en-US"/>
            </a:br>
            <a:r>
              <a:rPr lang="en-US"/>
              <a:t>  </a:t>
            </a:r>
            <a:r>
              <a:rPr i="1" lang="en-US"/>
              <a:t>transaction_2018, transaction_2019, etc.</a:t>
            </a:r>
            <a:endParaRPr/>
          </a:p>
          <a:p>
            <a:pPr indent="-342900" lvl="0" marL="342900" rtl="0" algn="l">
              <a:spcBef>
                <a:spcPts val="595"/>
              </a:spcBef>
              <a:spcAft>
                <a:spcPts val="0"/>
              </a:spcAft>
              <a:buSzPts val="2040"/>
              <a:buFont typeface="Noto Sans Symbols"/>
              <a:buChar char="▪"/>
            </a:pPr>
            <a:r>
              <a:rPr lang="en-US"/>
              <a:t>Queries written on </a:t>
            </a:r>
            <a:r>
              <a:rPr i="1" lang="en-US"/>
              <a:t>transaction</a:t>
            </a:r>
            <a:r>
              <a:rPr lang="en-US"/>
              <a:t> must access records in all partitions</a:t>
            </a:r>
            <a:endParaRPr/>
          </a:p>
          <a:p>
            <a:pPr indent="-342900" lvl="1" marL="800100" rtl="0" algn="l">
              <a:spcBef>
                <a:spcPts val="595"/>
              </a:spcBef>
              <a:spcAft>
                <a:spcPts val="0"/>
              </a:spcAft>
              <a:buSzPts val="1870"/>
              <a:buChar char="•"/>
            </a:pPr>
            <a:r>
              <a:rPr lang="en-US"/>
              <a:t>Unless query has a selection such as </a:t>
            </a:r>
            <a:r>
              <a:rPr i="1" lang="en-US"/>
              <a:t>year=</a:t>
            </a:r>
            <a:r>
              <a:rPr lang="en-US"/>
              <a:t>2019, in which case only one partition in needed</a:t>
            </a:r>
            <a:endParaRPr/>
          </a:p>
          <a:p>
            <a:pPr indent="-342900" lvl="0" marL="342900" rtl="0" algn="l">
              <a:spcBef>
                <a:spcPts val="595"/>
              </a:spcBef>
              <a:spcAft>
                <a:spcPts val="0"/>
              </a:spcAft>
              <a:buSzPts val="2040"/>
              <a:buFont typeface="Noto Sans Symbols"/>
              <a:buChar char="▪"/>
            </a:pPr>
            <a:r>
              <a:rPr lang="en-US"/>
              <a:t>Partitioning </a:t>
            </a:r>
            <a:endParaRPr/>
          </a:p>
          <a:p>
            <a:pPr indent="-342900" lvl="1" marL="800100" rtl="0" algn="l">
              <a:spcBef>
                <a:spcPts val="595"/>
              </a:spcBef>
              <a:spcAft>
                <a:spcPts val="0"/>
              </a:spcAft>
              <a:buSzPts val="1870"/>
              <a:buChar char="•"/>
            </a:pPr>
            <a:r>
              <a:rPr lang="en-US"/>
              <a:t>Reduces costs of some operations such as free space management</a:t>
            </a:r>
            <a:endParaRPr/>
          </a:p>
          <a:p>
            <a:pPr indent="-342900" lvl="1" marL="800100" rtl="0" algn="l">
              <a:spcBef>
                <a:spcPts val="595"/>
              </a:spcBef>
              <a:spcAft>
                <a:spcPts val="0"/>
              </a:spcAft>
              <a:buSzPts val="1870"/>
              <a:buChar char="•"/>
            </a:pPr>
            <a:r>
              <a:rPr lang="en-US"/>
              <a:t>Allows different partitions to be stored on different storage devices </a:t>
            </a:r>
            <a:endParaRPr/>
          </a:p>
          <a:p>
            <a:pPr indent="-228600" lvl="2" marL="1085850" rtl="0" algn="l">
              <a:spcBef>
                <a:spcPts val="595"/>
              </a:spcBef>
              <a:spcAft>
                <a:spcPts val="0"/>
              </a:spcAft>
              <a:buSzPts val="1445"/>
              <a:buChar char="▪"/>
            </a:pPr>
            <a:r>
              <a:rPr lang="en-US"/>
              <a:t>E.g., </a:t>
            </a:r>
            <a:r>
              <a:rPr i="1" lang="en-US"/>
              <a:t>transaction </a:t>
            </a:r>
            <a:r>
              <a:rPr lang="en-US"/>
              <a:t>partition for current year on SSD, for older years on magnetic disk</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p32"/>
          <p:cNvSpPr txBox="1"/>
          <p:nvPr>
            <p:ph type="title"/>
          </p:nvPr>
        </p:nvSpPr>
        <p:spPr>
          <a:xfrm>
            <a:off x="768350" y="117475"/>
            <a:ext cx="8077200" cy="6096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Data Dictionary Storage</a:t>
            </a:r>
            <a:endParaRPr/>
          </a:p>
        </p:txBody>
      </p:sp>
      <p:sp>
        <p:nvSpPr>
          <p:cNvPr id="217" name="Google Shape;217;p32"/>
          <p:cNvSpPr txBox="1"/>
          <p:nvPr>
            <p:ph idx="1" type="body"/>
          </p:nvPr>
        </p:nvSpPr>
        <p:spPr>
          <a:xfrm>
            <a:off x="914400" y="1779588"/>
            <a:ext cx="7280275" cy="4527550"/>
          </a:xfrm>
          <a:prstGeom prst="rect">
            <a:avLst/>
          </a:prstGeom>
          <a:noFill/>
          <a:ln>
            <a:noFill/>
          </a:ln>
        </p:spPr>
        <p:txBody>
          <a:bodyPr anchorCtr="0" anchor="t" bIns="45700" lIns="91425" spcFirstLastPara="1" rIns="91425" wrap="square" tIns="45700">
            <a:noAutofit/>
          </a:bodyPr>
          <a:lstStyle/>
          <a:p>
            <a:pPr indent="-342900" lvl="0" marL="342900" rtl="0" algn="l">
              <a:lnSpc>
                <a:spcPct val="90000"/>
              </a:lnSpc>
              <a:spcBef>
                <a:spcPts val="0"/>
              </a:spcBef>
              <a:spcAft>
                <a:spcPts val="0"/>
              </a:spcAft>
              <a:buSzPts val="2040"/>
              <a:buChar char="▪"/>
            </a:pPr>
            <a:r>
              <a:rPr lang="en-US"/>
              <a:t>Information about relations</a:t>
            </a:r>
            <a:endParaRPr/>
          </a:p>
          <a:p>
            <a:pPr indent="-342900" lvl="1" marL="800100" rtl="0" algn="l">
              <a:lnSpc>
                <a:spcPct val="90000"/>
              </a:lnSpc>
              <a:spcBef>
                <a:spcPts val="595"/>
              </a:spcBef>
              <a:spcAft>
                <a:spcPts val="0"/>
              </a:spcAft>
              <a:buSzPts val="1870"/>
              <a:buChar char="•"/>
            </a:pPr>
            <a:r>
              <a:rPr lang="en-US"/>
              <a:t>names of relations</a:t>
            </a:r>
            <a:endParaRPr/>
          </a:p>
          <a:p>
            <a:pPr indent="-342900" lvl="1" marL="800100" rtl="0" algn="l">
              <a:lnSpc>
                <a:spcPct val="90000"/>
              </a:lnSpc>
              <a:spcBef>
                <a:spcPts val="595"/>
              </a:spcBef>
              <a:spcAft>
                <a:spcPts val="0"/>
              </a:spcAft>
              <a:buSzPts val="1870"/>
              <a:buChar char="•"/>
            </a:pPr>
            <a:r>
              <a:rPr lang="en-US"/>
              <a:t>names, types and lengths of attributes of each relation</a:t>
            </a:r>
            <a:endParaRPr/>
          </a:p>
          <a:p>
            <a:pPr indent="-342900" lvl="1" marL="800100" rtl="0" algn="l">
              <a:lnSpc>
                <a:spcPct val="90000"/>
              </a:lnSpc>
              <a:spcBef>
                <a:spcPts val="595"/>
              </a:spcBef>
              <a:spcAft>
                <a:spcPts val="0"/>
              </a:spcAft>
              <a:buSzPts val="1870"/>
              <a:buChar char="•"/>
            </a:pPr>
            <a:r>
              <a:rPr lang="en-US"/>
              <a:t>names and definitions of views</a:t>
            </a:r>
            <a:endParaRPr/>
          </a:p>
          <a:p>
            <a:pPr indent="-342900" lvl="1" marL="800100" rtl="0" algn="l">
              <a:lnSpc>
                <a:spcPct val="90000"/>
              </a:lnSpc>
              <a:spcBef>
                <a:spcPts val="595"/>
              </a:spcBef>
              <a:spcAft>
                <a:spcPts val="0"/>
              </a:spcAft>
              <a:buSzPts val="1870"/>
              <a:buChar char="•"/>
            </a:pPr>
            <a:r>
              <a:rPr lang="en-US"/>
              <a:t>integrity constraints</a:t>
            </a:r>
            <a:endParaRPr/>
          </a:p>
          <a:p>
            <a:pPr indent="-342900" lvl="0" marL="342900" rtl="0" algn="l">
              <a:lnSpc>
                <a:spcPct val="90000"/>
              </a:lnSpc>
              <a:spcBef>
                <a:spcPts val="595"/>
              </a:spcBef>
              <a:spcAft>
                <a:spcPts val="0"/>
              </a:spcAft>
              <a:buSzPts val="2040"/>
              <a:buChar char="▪"/>
            </a:pPr>
            <a:r>
              <a:rPr lang="en-US"/>
              <a:t>User and accounting information, including passwords</a:t>
            </a:r>
            <a:endParaRPr/>
          </a:p>
          <a:p>
            <a:pPr indent="-342900" lvl="0" marL="342900" rtl="0" algn="l">
              <a:lnSpc>
                <a:spcPct val="90000"/>
              </a:lnSpc>
              <a:spcBef>
                <a:spcPts val="595"/>
              </a:spcBef>
              <a:spcAft>
                <a:spcPts val="0"/>
              </a:spcAft>
              <a:buSzPts val="2040"/>
              <a:buChar char="▪"/>
            </a:pPr>
            <a:r>
              <a:rPr lang="en-US"/>
              <a:t>Statistical and descriptive data</a:t>
            </a:r>
            <a:endParaRPr/>
          </a:p>
          <a:p>
            <a:pPr indent="-342900" lvl="1" marL="800100" rtl="0" algn="l">
              <a:lnSpc>
                <a:spcPct val="90000"/>
              </a:lnSpc>
              <a:spcBef>
                <a:spcPts val="595"/>
              </a:spcBef>
              <a:spcAft>
                <a:spcPts val="0"/>
              </a:spcAft>
              <a:buSzPts val="1870"/>
              <a:buChar char="•"/>
            </a:pPr>
            <a:r>
              <a:rPr lang="en-US"/>
              <a:t>number of tuples in each relation</a:t>
            </a:r>
            <a:endParaRPr/>
          </a:p>
          <a:p>
            <a:pPr indent="-342900" lvl="0" marL="342900" rtl="0" algn="l">
              <a:lnSpc>
                <a:spcPct val="90000"/>
              </a:lnSpc>
              <a:spcBef>
                <a:spcPts val="595"/>
              </a:spcBef>
              <a:spcAft>
                <a:spcPts val="0"/>
              </a:spcAft>
              <a:buSzPts val="2040"/>
              <a:buChar char="▪"/>
            </a:pPr>
            <a:r>
              <a:rPr lang="en-US"/>
              <a:t>Physical file organization information</a:t>
            </a:r>
            <a:endParaRPr/>
          </a:p>
          <a:p>
            <a:pPr indent="-342900" lvl="1" marL="800100" rtl="0" algn="l">
              <a:lnSpc>
                <a:spcPct val="90000"/>
              </a:lnSpc>
              <a:spcBef>
                <a:spcPts val="595"/>
              </a:spcBef>
              <a:spcAft>
                <a:spcPts val="0"/>
              </a:spcAft>
              <a:buSzPts val="1870"/>
              <a:buChar char="•"/>
            </a:pPr>
            <a:r>
              <a:rPr lang="en-US"/>
              <a:t>How relation is stored (sequential/hash/…)</a:t>
            </a:r>
            <a:endParaRPr/>
          </a:p>
          <a:p>
            <a:pPr indent="-342900" lvl="1" marL="800100" rtl="0" algn="l">
              <a:lnSpc>
                <a:spcPct val="90000"/>
              </a:lnSpc>
              <a:spcBef>
                <a:spcPts val="595"/>
              </a:spcBef>
              <a:spcAft>
                <a:spcPts val="0"/>
              </a:spcAft>
              <a:buSzPts val="1870"/>
              <a:buChar char="•"/>
            </a:pPr>
            <a:r>
              <a:rPr lang="en-US"/>
              <a:t>Physical location of relation </a:t>
            </a:r>
            <a:endParaRPr/>
          </a:p>
          <a:p>
            <a:pPr indent="-342900" lvl="0" marL="342900" rtl="0" algn="l">
              <a:lnSpc>
                <a:spcPct val="90000"/>
              </a:lnSpc>
              <a:spcBef>
                <a:spcPts val="595"/>
              </a:spcBef>
              <a:spcAft>
                <a:spcPts val="0"/>
              </a:spcAft>
              <a:buSzPts val="2040"/>
              <a:buChar char="▪"/>
            </a:pPr>
            <a:r>
              <a:rPr lang="en-US"/>
              <a:t>Information about indices (Chapter 14) </a:t>
            </a:r>
            <a:endParaRPr/>
          </a:p>
        </p:txBody>
      </p:sp>
      <p:sp>
        <p:nvSpPr>
          <p:cNvPr id="218" name="Google Shape;218;p32"/>
          <p:cNvSpPr txBox="1"/>
          <p:nvPr/>
        </p:nvSpPr>
        <p:spPr>
          <a:xfrm>
            <a:off x="914400" y="1120973"/>
            <a:ext cx="6678613" cy="615553"/>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Clr>
                <a:schemeClr val="dk1"/>
              </a:buClr>
              <a:buSzPts val="1700"/>
              <a:buFont typeface="Arial"/>
              <a:buNone/>
            </a:pPr>
            <a:r>
              <a:rPr lang="en-US" sz="1700">
                <a:solidFill>
                  <a:schemeClr val="dk1"/>
                </a:solidFill>
                <a:latin typeface="Helvetica Neue"/>
                <a:ea typeface="Helvetica Neue"/>
                <a:cs typeface="Helvetica Neue"/>
                <a:sym typeface="Helvetica Neue"/>
              </a:rPr>
              <a:t>The</a:t>
            </a:r>
            <a:r>
              <a:rPr lang="en-US" sz="1700">
                <a:solidFill>
                  <a:srgbClr val="000099"/>
                </a:solidFill>
                <a:latin typeface="Helvetica Neue"/>
                <a:ea typeface="Helvetica Neue"/>
                <a:cs typeface="Helvetica Neue"/>
                <a:sym typeface="Helvetica Neue"/>
              </a:rPr>
              <a:t> </a:t>
            </a:r>
            <a:r>
              <a:rPr b="1" lang="en-US" sz="1700">
                <a:solidFill>
                  <a:srgbClr val="002060"/>
                </a:solidFill>
                <a:latin typeface="Helvetica Neue"/>
                <a:ea typeface="Helvetica Neue"/>
                <a:cs typeface="Helvetica Neue"/>
                <a:sym typeface="Helvetica Neue"/>
              </a:rPr>
              <a:t>Data dictionary</a:t>
            </a:r>
            <a:r>
              <a:rPr lang="en-US" sz="1700">
                <a:solidFill>
                  <a:srgbClr val="002060"/>
                </a:solidFill>
                <a:latin typeface="Helvetica Neue"/>
                <a:ea typeface="Helvetica Neue"/>
                <a:cs typeface="Helvetica Neue"/>
                <a:sym typeface="Helvetica Neue"/>
              </a:rPr>
              <a:t> </a:t>
            </a:r>
            <a:r>
              <a:rPr lang="en-US" sz="1700">
                <a:solidFill>
                  <a:schemeClr val="dk1"/>
                </a:solidFill>
                <a:latin typeface="Helvetica Neue"/>
                <a:ea typeface="Helvetica Neue"/>
                <a:cs typeface="Helvetica Neue"/>
                <a:sym typeface="Helvetica Neue"/>
              </a:rPr>
              <a:t>(also called </a:t>
            </a:r>
            <a:r>
              <a:rPr b="1" lang="en-US" sz="1700">
                <a:solidFill>
                  <a:srgbClr val="002060"/>
                </a:solidFill>
                <a:latin typeface="Helvetica Neue"/>
                <a:ea typeface="Helvetica Neue"/>
                <a:cs typeface="Helvetica Neue"/>
                <a:sym typeface="Helvetica Neue"/>
              </a:rPr>
              <a:t>system catalog</a:t>
            </a:r>
            <a:r>
              <a:rPr lang="en-US" sz="1700">
                <a:solidFill>
                  <a:schemeClr val="dk1"/>
                </a:solidFill>
                <a:latin typeface="Helvetica Neue"/>
                <a:ea typeface="Helvetica Neue"/>
                <a:cs typeface="Helvetica Neue"/>
                <a:sym typeface="Helvetica Neue"/>
              </a:rPr>
              <a:t>) stores </a:t>
            </a:r>
            <a:r>
              <a:rPr b="1" lang="en-US" sz="1700">
                <a:solidFill>
                  <a:srgbClr val="002060"/>
                </a:solidFill>
                <a:latin typeface="Helvetica Neue"/>
                <a:ea typeface="Helvetica Neue"/>
                <a:cs typeface="Helvetica Neue"/>
                <a:sym typeface="Helvetica Neue"/>
              </a:rPr>
              <a:t>metadata</a:t>
            </a:r>
            <a:r>
              <a:rPr lang="en-US" sz="1700">
                <a:solidFill>
                  <a:schemeClr val="dk1"/>
                </a:solidFill>
                <a:latin typeface="Helvetica Neue"/>
                <a:ea typeface="Helvetica Neue"/>
                <a:cs typeface="Helvetica Neue"/>
                <a:sym typeface="Helvetica Neue"/>
              </a:rPr>
              <a:t>; that is, data about data, such as</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33"/>
          <p:cNvSpPr txBox="1"/>
          <p:nvPr>
            <p:ph type="title"/>
          </p:nvPr>
        </p:nvSpPr>
        <p:spPr>
          <a:xfrm>
            <a:off x="882654" y="174627"/>
            <a:ext cx="8104188" cy="6096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sz="2800"/>
              <a:t>Relational Representation of System Metadata</a:t>
            </a:r>
            <a:endParaRPr/>
          </a:p>
        </p:txBody>
      </p:sp>
      <p:pic>
        <p:nvPicPr>
          <p:cNvPr id="224" name="Google Shape;224;p33"/>
          <p:cNvPicPr preferRelativeResize="0"/>
          <p:nvPr/>
        </p:nvPicPr>
        <p:blipFill rotWithShape="1">
          <a:blip r:embed="rId3">
            <a:alphaModFix/>
          </a:blip>
          <a:srcRect b="0" l="0" r="0" t="0"/>
          <a:stretch/>
        </p:blipFill>
        <p:spPr>
          <a:xfrm>
            <a:off x="4014788" y="1522767"/>
            <a:ext cx="4864100" cy="4035066"/>
          </a:xfrm>
          <a:prstGeom prst="rect">
            <a:avLst/>
          </a:prstGeom>
          <a:noFill/>
          <a:ln>
            <a:noFill/>
          </a:ln>
        </p:spPr>
      </p:pic>
      <p:sp>
        <p:nvSpPr>
          <p:cNvPr id="225" name="Google Shape;225;p33"/>
          <p:cNvSpPr txBox="1"/>
          <p:nvPr>
            <p:ph idx="1" type="body"/>
          </p:nvPr>
        </p:nvSpPr>
        <p:spPr>
          <a:xfrm>
            <a:off x="939809" y="1384300"/>
            <a:ext cx="2419350" cy="4873625"/>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2040"/>
              <a:buFont typeface="Noto Sans Symbols"/>
              <a:buChar char="▪"/>
            </a:pPr>
            <a:r>
              <a:rPr lang="en-US"/>
              <a:t>Relational representation on disk</a:t>
            </a:r>
            <a:endParaRPr/>
          </a:p>
          <a:p>
            <a:pPr indent="-342900" lvl="0" marL="342900" rtl="0" algn="l">
              <a:spcBef>
                <a:spcPts val="595"/>
              </a:spcBef>
              <a:spcAft>
                <a:spcPts val="0"/>
              </a:spcAft>
              <a:buSzPts val="2040"/>
              <a:buFont typeface="Noto Sans Symbols"/>
              <a:buChar char="▪"/>
            </a:pPr>
            <a:r>
              <a:rPr lang="en-US"/>
              <a:t>Specialized data structures designed for efficient access, in memory</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sp>
        <p:nvSpPr>
          <p:cNvPr id="231" name="Google Shape;231;p34"/>
          <p:cNvSpPr txBox="1"/>
          <p:nvPr>
            <p:ph type="title"/>
          </p:nvPr>
        </p:nvSpPr>
        <p:spPr>
          <a:xfrm>
            <a:off x="768350" y="117475"/>
            <a:ext cx="8077200" cy="6096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Storage Access</a:t>
            </a:r>
            <a:endParaRPr/>
          </a:p>
        </p:txBody>
      </p:sp>
      <p:sp>
        <p:nvSpPr>
          <p:cNvPr id="232" name="Google Shape;232;p34"/>
          <p:cNvSpPr txBox="1"/>
          <p:nvPr>
            <p:ph idx="1" type="body"/>
          </p:nvPr>
        </p:nvSpPr>
        <p:spPr>
          <a:xfrm>
            <a:off x="814388" y="1093789"/>
            <a:ext cx="7661275" cy="2198052"/>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2040"/>
              <a:buFont typeface="Noto Sans Symbols"/>
              <a:buChar char="▪"/>
            </a:pPr>
            <a:r>
              <a:rPr lang="en-US"/>
              <a:t>Blocks are units of both storage allocation and data transfer.</a:t>
            </a:r>
            <a:endParaRPr/>
          </a:p>
          <a:p>
            <a:pPr indent="-342900" lvl="0" marL="342900" rtl="0" algn="l">
              <a:spcBef>
                <a:spcPts val="595"/>
              </a:spcBef>
              <a:spcAft>
                <a:spcPts val="0"/>
              </a:spcAft>
              <a:buSzPts val="2040"/>
              <a:buFont typeface="Noto Sans Symbols"/>
              <a:buChar char="▪"/>
            </a:pPr>
            <a:r>
              <a:rPr lang="en-US"/>
              <a:t>Database system seeks to minimize the number of block transfers between the disk and memory.  We can reduce the number of disk accesses by keeping as many blocks as possible in main memory.</a:t>
            </a:r>
            <a:endParaRPr/>
          </a:p>
          <a:p>
            <a:pPr indent="-342900" lvl="0" marL="342900" rtl="0" algn="l">
              <a:spcBef>
                <a:spcPts val="595"/>
              </a:spcBef>
              <a:spcAft>
                <a:spcPts val="0"/>
              </a:spcAft>
              <a:buSzPts val="2040"/>
              <a:buFont typeface="Noto Sans Symbols"/>
              <a:buChar char="▪"/>
            </a:pPr>
            <a:r>
              <a:rPr b="1" lang="en-US">
                <a:solidFill>
                  <a:srgbClr val="002060"/>
                </a:solidFill>
              </a:rPr>
              <a:t>Buffer</a:t>
            </a:r>
            <a:r>
              <a:rPr b="1" lang="en-US"/>
              <a:t> </a:t>
            </a:r>
            <a:r>
              <a:rPr lang="en-US"/>
              <a:t>– portion of main memory available to store copies of disk blocks.</a:t>
            </a:r>
            <a:endParaRPr/>
          </a:p>
          <a:p>
            <a:pPr indent="-342900" lvl="0" marL="342900" rtl="0" algn="l">
              <a:spcBef>
                <a:spcPts val="595"/>
              </a:spcBef>
              <a:spcAft>
                <a:spcPts val="0"/>
              </a:spcAft>
              <a:buSzPts val="2040"/>
              <a:buFont typeface="Noto Sans Symbols"/>
              <a:buChar char="▪"/>
            </a:pPr>
            <a:r>
              <a:rPr b="1" lang="en-US">
                <a:solidFill>
                  <a:srgbClr val="002060"/>
                </a:solidFill>
              </a:rPr>
              <a:t>Buffer manager</a:t>
            </a:r>
            <a:r>
              <a:rPr lang="en-US">
                <a:solidFill>
                  <a:srgbClr val="002060"/>
                </a:solidFill>
              </a:rPr>
              <a:t> </a:t>
            </a:r>
            <a:r>
              <a:rPr lang="en-US"/>
              <a:t>– subsystem responsible for allocating buffer space in main memory.</a:t>
            </a:r>
            <a:endParaRPr/>
          </a:p>
        </p:txBody>
      </p:sp>
      <p:pic>
        <p:nvPicPr>
          <p:cNvPr id="233" name="Google Shape;233;p34"/>
          <p:cNvPicPr preferRelativeResize="0"/>
          <p:nvPr/>
        </p:nvPicPr>
        <p:blipFill rotWithShape="1">
          <a:blip r:embed="rId3">
            <a:alphaModFix/>
          </a:blip>
          <a:srcRect b="0" l="0" r="0" t="0"/>
          <a:stretch/>
        </p:blipFill>
        <p:spPr>
          <a:xfrm>
            <a:off x="2426208" y="3448798"/>
            <a:ext cx="3934206" cy="1633551"/>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p35"/>
          <p:cNvSpPr txBox="1"/>
          <p:nvPr>
            <p:ph type="title"/>
          </p:nvPr>
        </p:nvSpPr>
        <p:spPr>
          <a:xfrm>
            <a:off x="768350" y="117475"/>
            <a:ext cx="8077200" cy="6096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Buffer Manager</a:t>
            </a:r>
            <a:endParaRPr/>
          </a:p>
        </p:txBody>
      </p:sp>
      <p:sp>
        <p:nvSpPr>
          <p:cNvPr id="240" name="Google Shape;240;p35"/>
          <p:cNvSpPr txBox="1"/>
          <p:nvPr>
            <p:ph idx="1" type="body"/>
          </p:nvPr>
        </p:nvSpPr>
        <p:spPr>
          <a:xfrm>
            <a:off x="814388" y="1093788"/>
            <a:ext cx="7661275" cy="4903787"/>
          </a:xfrm>
          <a:prstGeom prst="rect">
            <a:avLst/>
          </a:prstGeom>
          <a:noFill/>
          <a:ln>
            <a:noFill/>
          </a:ln>
        </p:spPr>
        <p:txBody>
          <a:bodyPr anchorCtr="0" anchor="t" bIns="45700" lIns="91425" spcFirstLastPara="1" rIns="91425" wrap="square" tIns="45700">
            <a:noAutofit/>
          </a:bodyPr>
          <a:lstStyle/>
          <a:p>
            <a:pPr indent="-381000" lvl="0" marL="381000" rtl="0" algn="l">
              <a:spcBef>
                <a:spcPts val="0"/>
              </a:spcBef>
              <a:spcAft>
                <a:spcPts val="0"/>
              </a:spcAft>
              <a:buSzPts val="2040"/>
              <a:buChar char="▪"/>
            </a:pPr>
            <a:r>
              <a:rPr lang="en-US"/>
              <a:t>Programs call on the buffer manager when they need a block from disk.</a:t>
            </a:r>
            <a:endParaRPr/>
          </a:p>
          <a:p>
            <a:pPr indent="-342900" lvl="1" marL="800100" rtl="0" algn="l">
              <a:spcBef>
                <a:spcPts val="595"/>
              </a:spcBef>
              <a:spcAft>
                <a:spcPts val="0"/>
              </a:spcAft>
              <a:buSzPts val="1700"/>
              <a:buChar char="•"/>
            </a:pPr>
            <a:r>
              <a:rPr lang="en-US"/>
              <a:t>If the block is already in the buffer, buffer manager returns the address of the block in main memory</a:t>
            </a:r>
            <a:endParaRPr/>
          </a:p>
          <a:p>
            <a:pPr indent="-342900" lvl="1" marL="800100" rtl="0" algn="l">
              <a:spcBef>
                <a:spcPts val="595"/>
              </a:spcBef>
              <a:spcAft>
                <a:spcPts val="0"/>
              </a:spcAft>
              <a:buSzPts val="1700"/>
              <a:buChar char="•"/>
            </a:pPr>
            <a:r>
              <a:rPr lang="en-US"/>
              <a:t>If the block is not in the buffer, the buffer manager</a:t>
            </a:r>
            <a:endParaRPr/>
          </a:p>
          <a:p>
            <a:pPr indent="-228600" lvl="2" marL="1085850" rtl="0" algn="l">
              <a:spcBef>
                <a:spcPts val="595"/>
              </a:spcBef>
              <a:spcAft>
                <a:spcPts val="0"/>
              </a:spcAft>
              <a:buSzPts val="1445"/>
              <a:buChar char="▪"/>
            </a:pPr>
            <a:r>
              <a:rPr lang="en-US"/>
              <a:t>Allocates space in the buffer for the block</a:t>
            </a:r>
            <a:endParaRPr/>
          </a:p>
          <a:p>
            <a:pPr indent="-228600" lvl="3" marL="1428750" rtl="0" algn="l">
              <a:spcBef>
                <a:spcPts val="595"/>
              </a:spcBef>
              <a:spcAft>
                <a:spcPts val="0"/>
              </a:spcAft>
              <a:buSzPts val="1700"/>
              <a:buChar char="•"/>
            </a:pPr>
            <a:r>
              <a:rPr lang="en-US"/>
              <a:t>Replacing (throwing out) some other block, if required, to make space for the new block.</a:t>
            </a:r>
            <a:endParaRPr/>
          </a:p>
          <a:p>
            <a:pPr indent="-228600" lvl="3" marL="1428750" rtl="0" algn="l">
              <a:spcBef>
                <a:spcPts val="595"/>
              </a:spcBef>
              <a:spcAft>
                <a:spcPts val="0"/>
              </a:spcAft>
              <a:buSzPts val="1700"/>
              <a:buChar char="•"/>
            </a:pPr>
            <a:r>
              <a:rPr lang="en-US"/>
              <a:t>Replaced block written back to disk only if it was modified since the most recent time that it was written to/fetched from the disk.</a:t>
            </a:r>
            <a:endParaRPr/>
          </a:p>
          <a:p>
            <a:pPr indent="-228600" lvl="2" marL="1085850" rtl="0" algn="l">
              <a:spcBef>
                <a:spcPts val="595"/>
              </a:spcBef>
              <a:spcAft>
                <a:spcPts val="0"/>
              </a:spcAft>
              <a:buSzPts val="1445"/>
              <a:buChar char="▪"/>
            </a:pPr>
            <a:r>
              <a:rPr lang="en-US"/>
              <a:t>Reads the block from the disk to the buffer, and returns the address of the block in main memory to requester. </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p36"/>
          <p:cNvSpPr txBox="1"/>
          <p:nvPr>
            <p:ph type="title"/>
          </p:nvPr>
        </p:nvSpPr>
        <p:spPr>
          <a:xfrm>
            <a:off x="768350" y="117475"/>
            <a:ext cx="8077200" cy="6096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Buffer Manager</a:t>
            </a:r>
            <a:endParaRPr/>
          </a:p>
        </p:txBody>
      </p:sp>
      <p:sp>
        <p:nvSpPr>
          <p:cNvPr id="246" name="Google Shape;246;p36"/>
          <p:cNvSpPr txBox="1"/>
          <p:nvPr>
            <p:ph idx="1" type="body"/>
          </p:nvPr>
        </p:nvSpPr>
        <p:spPr>
          <a:xfrm>
            <a:off x="814388" y="1093788"/>
            <a:ext cx="7663787" cy="4903787"/>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2040"/>
              <a:buFont typeface="Noto Sans Symbols"/>
              <a:buChar char="▪"/>
            </a:pPr>
            <a:r>
              <a:rPr b="1" lang="en-US">
                <a:solidFill>
                  <a:srgbClr val="002060"/>
                </a:solidFill>
              </a:rPr>
              <a:t>Buffer replacement strategy </a:t>
            </a:r>
            <a:r>
              <a:rPr lang="en-US">
                <a:solidFill>
                  <a:schemeClr val="accent4"/>
                </a:solidFill>
              </a:rPr>
              <a:t>(details coming up!)</a:t>
            </a:r>
            <a:endParaRPr b="1">
              <a:solidFill>
                <a:schemeClr val="accent4"/>
              </a:solidFill>
            </a:endParaRPr>
          </a:p>
          <a:p>
            <a:pPr indent="-342900" lvl="0" marL="342900" rtl="0" algn="l">
              <a:spcBef>
                <a:spcPts val="595"/>
              </a:spcBef>
              <a:spcAft>
                <a:spcPts val="0"/>
              </a:spcAft>
              <a:buSzPts val="2040"/>
              <a:buFont typeface="Noto Sans Symbols"/>
              <a:buChar char="▪"/>
            </a:pPr>
            <a:r>
              <a:rPr b="1" lang="en-US">
                <a:solidFill>
                  <a:srgbClr val="002060"/>
                </a:solidFill>
              </a:rPr>
              <a:t>Pinned block: </a:t>
            </a:r>
            <a:r>
              <a:rPr lang="en-US"/>
              <a:t>memory block that is not allowed to be written back to disk</a:t>
            </a:r>
            <a:endParaRPr/>
          </a:p>
          <a:p>
            <a:pPr indent="-342900" lvl="1" marL="800100" rtl="0" algn="l">
              <a:spcBef>
                <a:spcPts val="595"/>
              </a:spcBef>
              <a:spcAft>
                <a:spcPts val="0"/>
              </a:spcAft>
              <a:buSzPts val="1870"/>
              <a:buChar char="•"/>
            </a:pPr>
            <a:r>
              <a:rPr b="1" lang="en-US">
                <a:solidFill>
                  <a:srgbClr val="002060"/>
                </a:solidFill>
              </a:rPr>
              <a:t>Pin</a:t>
            </a:r>
            <a:r>
              <a:rPr lang="en-US"/>
              <a:t> done before reading/writing data from a block</a:t>
            </a:r>
            <a:endParaRPr/>
          </a:p>
          <a:p>
            <a:pPr indent="-342900" lvl="1" marL="800100" rtl="0" algn="l">
              <a:spcBef>
                <a:spcPts val="595"/>
              </a:spcBef>
              <a:spcAft>
                <a:spcPts val="0"/>
              </a:spcAft>
              <a:buSzPts val="1870"/>
              <a:buChar char="•"/>
            </a:pPr>
            <a:r>
              <a:rPr b="1" lang="en-US">
                <a:solidFill>
                  <a:srgbClr val="002060"/>
                </a:solidFill>
              </a:rPr>
              <a:t>Unpin</a:t>
            </a:r>
            <a:r>
              <a:rPr lang="en-US"/>
              <a:t> done when read /write is complete</a:t>
            </a:r>
            <a:endParaRPr/>
          </a:p>
          <a:p>
            <a:pPr indent="-342900" lvl="1" marL="800100" rtl="0" algn="l">
              <a:spcBef>
                <a:spcPts val="595"/>
              </a:spcBef>
              <a:spcAft>
                <a:spcPts val="0"/>
              </a:spcAft>
              <a:buSzPts val="1870"/>
              <a:buChar char="•"/>
            </a:pPr>
            <a:r>
              <a:rPr lang="en-US"/>
              <a:t>Multiple concurrent pin/unpin operations possible</a:t>
            </a:r>
            <a:endParaRPr/>
          </a:p>
          <a:p>
            <a:pPr indent="-228600" lvl="2" marL="1085850" rtl="0" algn="l">
              <a:spcBef>
                <a:spcPts val="595"/>
              </a:spcBef>
              <a:spcAft>
                <a:spcPts val="0"/>
              </a:spcAft>
              <a:buSzPts val="1445"/>
              <a:buChar char="▪"/>
            </a:pPr>
            <a:r>
              <a:rPr lang="en-US"/>
              <a:t>Keep a pin count, buffer block can be evicted only if pin count = 0</a:t>
            </a:r>
            <a:endParaRPr/>
          </a:p>
          <a:p>
            <a:pPr indent="-342900" lvl="0" marL="342900" rtl="0" algn="l">
              <a:spcBef>
                <a:spcPts val="595"/>
              </a:spcBef>
              <a:spcAft>
                <a:spcPts val="0"/>
              </a:spcAft>
              <a:buSzPts val="2040"/>
              <a:buFont typeface="Noto Sans Symbols"/>
              <a:buChar char="▪"/>
            </a:pPr>
            <a:r>
              <a:rPr b="1" lang="en-US">
                <a:solidFill>
                  <a:srgbClr val="002060"/>
                </a:solidFill>
              </a:rPr>
              <a:t>Shared and exclusive locks on buffer</a:t>
            </a:r>
            <a:endParaRPr/>
          </a:p>
          <a:p>
            <a:pPr indent="-342900" lvl="1" marL="800100" rtl="0" algn="l">
              <a:spcBef>
                <a:spcPts val="595"/>
              </a:spcBef>
              <a:spcAft>
                <a:spcPts val="0"/>
              </a:spcAft>
              <a:buSzPts val="1870"/>
              <a:buChar char="•"/>
            </a:pPr>
            <a:r>
              <a:rPr lang="en-US"/>
              <a:t>Needed to prevent concurrent operations from reading page contents as they are moved/reorganized, and to ensure only one move/reorganize at a time</a:t>
            </a:r>
            <a:endParaRPr/>
          </a:p>
          <a:p>
            <a:pPr indent="-342900" lvl="1" marL="800100" rtl="0" algn="l">
              <a:spcBef>
                <a:spcPts val="595"/>
              </a:spcBef>
              <a:spcAft>
                <a:spcPts val="0"/>
              </a:spcAft>
              <a:buSzPts val="1870"/>
              <a:buChar char="•"/>
            </a:pPr>
            <a:r>
              <a:rPr lang="en-US"/>
              <a:t>Readers get shared lock, updates to a block require exclusive lock</a:t>
            </a:r>
            <a:endParaRPr/>
          </a:p>
          <a:p>
            <a:pPr indent="-342900" lvl="1" marL="800100" rtl="0" algn="l">
              <a:spcBef>
                <a:spcPts val="595"/>
              </a:spcBef>
              <a:spcAft>
                <a:spcPts val="0"/>
              </a:spcAft>
              <a:buSzPts val="1870"/>
              <a:buChar char="•"/>
            </a:pPr>
            <a:r>
              <a:rPr b="1" lang="en-US">
                <a:solidFill>
                  <a:srgbClr val="002060"/>
                </a:solidFill>
              </a:rPr>
              <a:t>Locking rules:</a:t>
            </a:r>
            <a:endParaRPr/>
          </a:p>
          <a:p>
            <a:pPr indent="-228600" lvl="2" marL="1085850" rtl="0" algn="l">
              <a:spcBef>
                <a:spcPts val="595"/>
              </a:spcBef>
              <a:spcAft>
                <a:spcPts val="0"/>
              </a:spcAft>
              <a:buSzPts val="1445"/>
              <a:buChar char="▪"/>
            </a:pPr>
            <a:r>
              <a:rPr lang="en-US"/>
              <a:t>Only one process can get exclusive lock at a time</a:t>
            </a:r>
            <a:endParaRPr/>
          </a:p>
          <a:p>
            <a:pPr indent="-228600" lvl="2" marL="1085850" rtl="0" algn="l">
              <a:spcBef>
                <a:spcPts val="595"/>
              </a:spcBef>
              <a:spcAft>
                <a:spcPts val="0"/>
              </a:spcAft>
              <a:buSzPts val="1445"/>
              <a:buChar char="▪"/>
            </a:pPr>
            <a:r>
              <a:rPr lang="en-US"/>
              <a:t>Shared lock cannot be concurrently with exclusive lock</a:t>
            </a:r>
            <a:endParaRPr/>
          </a:p>
          <a:p>
            <a:pPr indent="-228600" lvl="2" marL="1085850" rtl="0" algn="l">
              <a:spcBef>
                <a:spcPts val="595"/>
              </a:spcBef>
              <a:spcAft>
                <a:spcPts val="0"/>
              </a:spcAft>
              <a:buSzPts val="1445"/>
              <a:buChar char="▪"/>
            </a:pPr>
            <a:r>
              <a:rPr lang="en-US"/>
              <a:t>Multiple processes may be given shared lock concurrently</a:t>
            </a:r>
            <a:endParaRPr/>
          </a:p>
          <a:p>
            <a:pPr indent="-224155" lvl="1" marL="800100" rtl="0" algn="l">
              <a:spcBef>
                <a:spcPts val="595"/>
              </a:spcBef>
              <a:spcAft>
                <a:spcPts val="0"/>
              </a:spcAft>
              <a:buSzPts val="1870"/>
              <a:buNone/>
            </a:pPr>
            <a:r>
              <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sp>
        <p:nvSpPr>
          <p:cNvPr id="252" name="Google Shape;252;p37"/>
          <p:cNvSpPr txBox="1"/>
          <p:nvPr>
            <p:ph type="title"/>
          </p:nvPr>
        </p:nvSpPr>
        <p:spPr>
          <a:xfrm>
            <a:off x="768350" y="117475"/>
            <a:ext cx="8077200" cy="6096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Buffer-Replacement Policies</a:t>
            </a:r>
            <a:endParaRPr/>
          </a:p>
        </p:txBody>
      </p:sp>
      <p:sp>
        <p:nvSpPr>
          <p:cNvPr id="253" name="Google Shape;253;p37"/>
          <p:cNvSpPr txBox="1"/>
          <p:nvPr>
            <p:ph idx="1" type="body"/>
          </p:nvPr>
        </p:nvSpPr>
        <p:spPr>
          <a:xfrm>
            <a:off x="814388" y="1093788"/>
            <a:ext cx="7661275" cy="4903787"/>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2040"/>
              <a:buFont typeface="Noto Sans Symbols"/>
              <a:buChar char="▪"/>
            </a:pPr>
            <a:r>
              <a:rPr lang="en-US"/>
              <a:t>Most operating systems replace the block </a:t>
            </a:r>
            <a:r>
              <a:rPr b="1" lang="en-US">
                <a:solidFill>
                  <a:srgbClr val="002060"/>
                </a:solidFill>
              </a:rPr>
              <a:t>least recently used</a:t>
            </a:r>
            <a:r>
              <a:rPr lang="en-US">
                <a:solidFill>
                  <a:srgbClr val="002060"/>
                </a:solidFill>
              </a:rPr>
              <a:t> (LRU strategy)</a:t>
            </a:r>
            <a:endParaRPr/>
          </a:p>
          <a:p>
            <a:pPr indent="-342900" lvl="1" marL="800100" rtl="0" algn="l">
              <a:spcBef>
                <a:spcPts val="595"/>
              </a:spcBef>
              <a:spcAft>
                <a:spcPts val="0"/>
              </a:spcAft>
              <a:buSzPts val="1870"/>
              <a:buChar char="•"/>
            </a:pPr>
            <a:r>
              <a:rPr lang="en-US"/>
              <a:t>Idea behind LRU – use past pattern of block references as a predictor of future references</a:t>
            </a:r>
            <a:endParaRPr/>
          </a:p>
          <a:p>
            <a:pPr indent="-342900" lvl="1" marL="800100" rtl="0" algn="l">
              <a:spcBef>
                <a:spcPts val="595"/>
              </a:spcBef>
              <a:spcAft>
                <a:spcPts val="0"/>
              </a:spcAft>
              <a:buSzPts val="1870"/>
              <a:buChar char="•"/>
            </a:pPr>
            <a:r>
              <a:rPr lang="en-US"/>
              <a:t>LRU can be bad for some queries</a:t>
            </a:r>
            <a:endParaRPr/>
          </a:p>
          <a:p>
            <a:pPr indent="-342900" lvl="0" marL="342900" rtl="0" algn="l">
              <a:spcBef>
                <a:spcPts val="595"/>
              </a:spcBef>
              <a:spcAft>
                <a:spcPts val="0"/>
              </a:spcAft>
              <a:buSzPts val="2040"/>
              <a:buFont typeface="Noto Sans Symbols"/>
              <a:buChar char="▪"/>
            </a:pPr>
            <a:r>
              <a:rPr lang="en-US"/>
              <a:t>Queries have well-defined access patterns (such as sequential scans), and a database system can use the information in a user’s query to predict future references</a:t>
            </a:r>
            <a:endParaRPr/>
          </a:p>
          <a:p>
            <a:pPr indent="-342900" lvl="0" marL="342900" rtl="0" algn="l">
              <a:spcBef>
                <a:spcPts val="595"/>
              </a:spcBef>
              <a:spcAft>
                <a:spcPts val="0"/>
              </a:spcAft>
              <a:buSzPts val="2040"/>
              <a:buFont typeface="Noto Sans Symbols"/>
              <a:buChar char="▪"/>
            </a:pPr>
            <a:r>
              <a:rPr lang="en-US"/>
              <a:t>Mixed strategy with hints on replacement strategy provided</a:t>
            </a:r>
            <a:br>
              <a:rPr lang="en-US"/>
            </a:br>
            <a:r>
              <a:rPr lang="en-US"/>
              <a:t>by the query optimizer is preferable</a:t>
            </a:r>
            <a:endParaRPr/>
          </a:p>
          <a:p>
            <a:pPr indent="-342900" lvl="1" marL="342900" rtl="0" algn="l">
              <a:spcBef>
                <a:spcPts val="595"/>
              </a:spcBef>
              <a:spcAft>
                <a:spcPts val="0"/>
              </a:spcAft>
              <a:buClr>
                <a:srgbClr val="002060"/>
              </a:buClr>
              <a:buSzPts val="1700"/>
              <a:buFont typeface="Noto Sans Symbols"/>
              <a:buChar char="▪"/>
            </a:pPr>
            <a:r>
              <a:rPr lang="en-US"/>
              <a:t>Example of bad access pattern for LRU: when computing the join of 2 relations r and s by a nested loops</a:t>
            </a:r>
            <a:endParaRPr sz="800"/>
          </a:p>
          <a:p>
            <a:pPr indent="0" lvl="1" marL="0" rtl="0" algn="l">
              <a:spcBef>
                <a:spcPts val="595"/>
              </a:spcBef>
              <a:spcAft>
                <a:spcPts val="0"/>
              </a:spcAft>
              <a:buClr>
                <a:srgbClr val="002060"/>
              </a:buClr>
              <a:buSzPts val="800"/>
              <a:buNone/>
            </a:pPr>
            <a:r>
              <a:rPr lang="en-US" sz="800"/>
              <a:t> </a:t>
            </a:r>
            <a:br>
              <a:rPr lang="en-US"/>
            </a:br>
            <a:r>
              <a:rPr lang="en-US"/>
              <a:t>          for each tuple </a:t>
            </a:r>
            <a:r>
              <a:rPr i="1" lang="en-US"/>
              <a:t>tr</a:t>
            </a:r>
            <a:r>
              <a:rPr lang="en-US"/>
              <a:t> of </a:t>
            </a:r>
            <a:r>
              <a:rPr i="1" lang="en-US"/>
              <a:t>r</a:t>
            </a:r>
            <a:r>
              <a:rPr lang="en-US"/>
              <a:t> do </a:t>
            </a:r>
            <a:br>
              <a:rPr lang="en-US"/>
            </a:br>
            <a:r>
              <a:rPr lang="en-US"/>
              <a:t>            for each tuple </a:t>
            </a:r>
            <a:r>
              <a:rPr i="1" lang="en-US"/>
              <a:t>ts</a:t>
            </a:r>
            <a:r>
              <a:rPr lang="en-US"/>
              <a:t> of </a:t>
            </a:r>
            <a:r>
              <a:rPr i="1" lang="en-US"/>
              <a:t>s</a:t>
            </a:r>
            <a:r>
              <a:rPr lang="en-US"/>
              <a:t> do </a:t>
            </a:r>
            <a:br>
              <a:rPr lang="en-US"/>
            </a:br>
            <a:r>
              <a:rPr lang="en-US"/>
              <a:t>              if the tuples </a:t>
            </a:r>
            <a:r>
              <a:rPr i="1" lang="en-US"/>
              <a:t>tr</a:t>
            </a:r>
            <a:r>
              <a:rPr lang="en-US"/>
              <a:t> and </a:t>
            </a:r>
            <a:r>
              <a:rPr i="1" lang="en-US"/>
              <a:t>ts</a:t>
            </a:r>
            <a:r>
              <a:rPr lang="en-US"/>
              <a:t> match …</a:t>
            </a:r>
            <a:endParaRPr/>
          </a:p>
          <a:p>
            <a:pPr indent="-224155" lvl="1" marL="800100" rtl="0" algn="l">
              <a:spcBef>
                <a:spcPts val="595"/>
              </a:spcBef>
              <a:spcAft>
                <a:spcPts val="0"/>
              </a:spcAft>
              <a:buSzPts val="1870"/>
              <a:buNone/>
            </a:pPr>
            <a:r>
              <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sp>
        <p:nvSpPr>
          <p:cNvPr id="259" name="Google Shape;259;p38"/>
          <p:cNvSpPr txBox="1"/>
          <p:nvPr>
            <p:ph type="title"/>
          </p:nvPr>
        </p:nvSpPr>
        <p:spPr>
          <a:xfrm>
            <a:off x="768350" y="117475"/>
            <a:ext cx="8077200" cy="6096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Buffer-Replacement Policies (Cont.)</a:t>
            </a:r>
            <a:endParaRPr/>
          </a:p>
        </p:txBody>
      </p:sp>
      <p:sp>
        <p:nvSpPr>
          <p:cNvPr id="260" name="Google Shape;260;p38"/>
          <p:cNvSpPr txBox="1"/>
          <p:nvPr>
            <p:ph idx="1" type="body"/>
          </p:nvPr>
        </p:nvSpPr>
        <p:spPr>
          <a:xfrm>
            <a:off x="814388" y="1093788"/>
            <a:ext cx="7583888" cy="5344719"/>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2040"/>
              <a:buFont typeface="Noto Sans Symbols"/>
              <a:buChar char="▪"/>
            </a:pPr>
            <a:r>
              <a:rPr b="1" lang="en-US">
                <a:solidFill>
                  <a:srgbClr val="002060"/>
                </a:solidFill>
              </a:rPr>
              <a:t>Toss-immediate</a:t>
            </a:r>
            <a:r>
              <a:rPr lang="en-US"/>
              <a:t> strategy – frees the space occupied by a block as soon as the final tuple of that block has been processed</a:t>
            </a:r>
            <a:endParaRPr/>
          </a:p>
          <a:p>
            <a:pPr indent="-342900" lvl="0" marL="342900" rtl="0" algn="l">
              <a:spcBef>
                <a:spcPts val="595"/>
              </a:spcBef>
              <a:spcAft>
                <a:spcPts val="0"/>
              </a:spcAft>
              <a:buSzPts val="2040"/>
              <a:buFont typeface="Noto Sans Symbols"/>
              <a:buChar char="▪"/>
            </a:pPr>
            <a:r>
              <a:rPr b="1" lang="en-US">
                <a:solidFill>
                  <a:srgbClr val="002060"/>
                </a:solidFill>
              </a:rPr>
              <a:t>Most recently used (MRU) strategy</a:t>
            </a:r>
            <a:r>
              <a:rPr lang="en-US">
                <a:solidFill>
                  <a:srgbClr val="002060"/>
                </a:solidFill>
              </a:rPr>
              <a:t> </a:t>
            </a:r>
            <a:r>
              <a:rPr lang="en-US"/>
              <a:t>–  system must pin the block currently being processed.  After the final tuple of that block has been processed, the block is unpinned, and it becomes the most recently used block.</a:t>
            </a:r>
            <a:endParaRPr/>
          </a:p>
          <a:p>
            <a:pPr indent="-342900" lvl="0" marL="342900" rtl="0" algn="l">
              <a:spcBef>
                <a:spcPts val="595"/>
              </a:spcBef>
              <a:spcAft>
                <a:spcPts val="0"/>
              </a:spcAft>
              <a:buSzPts val="2040"/>
              <a:buFont typeface="Noto Sans Symbols"/>
              <a:buChar char="▪"/>
            </a:pPr>
            <a:r>
              <a:rPr lang="en-US"/>
              <a:t>Buffer manager can use statistical information regarding the probability that a request will reference a particular relation</a:t>
            </a:r>
            <a:endParaRPr/>
          </a:p>
          <a:p>
            <a:pPr indent="-342900" lvl="1" marL="800100" rtl="0" algn="l">
              <a:spcBef>
                <a:spcPts val="595"/>
              </a:spcBef>
              <a:spcAft>
                <a:spcPts val="0"/>
              </a:spcAft>
              <a:buSzPts val="1870"/>
              <a:buChar char="•"/>
            </a:pPr>
            <a:r>
              <a:rPr lang="en-US"/>
              <a:t>E.g., the data dictionary is frequently accessed.  Heuristic:  keep data-dictionary blocks in main memory buffer</a:t>
            </a:r>
            <a:endParaRPr/>
          </a:p>
          <a:p>
            <a:pPr indent="-342900" lvl="0" marL="342900" rtl="0" algn="l">
              <a:spcBef>
                <a:spcPts val="595"/>
              </a:spcBef>
              <a:spcAft>
                <a:spcPts val="0"/>
              </a:spcAft>
              <a:buSzPts val="2040"/>
              <a:buFont typeface="Noto Sans Symbols"/>
              <a:buChar char="▪"/>
            </a:pPr>
            <a:r>
              <a:rPr lang="en-US"/>
              <a:t>Operating system or buffer manager may reorder writes</a:t>
            </a:r>
            <a:endParaRPr/>
          </a:p>
          <a:p>
            <a:pPr indent="-342900" lvl="1" marL="800100" rtl="0" algn="l">
              <a:spcBef>
                <a:spcPts val="595"/>
              </a:spcBef>
              <a:spcAft>
                <a:spcPts val="0"/>
              </a:spcAft>
              <a:buSzPts val="1870"/>
              <a:buChar char="•"/>
            </a:pPr>
            <a:r>
              <a:rPr lang="en-US"/>
              <a:t>Can lead to corruption of data structures on disk</a:t>
            </a:r>
            <a:endParaRPr/>
          </a:p>
          <a:p>
            <a:pPr indent="-228600" lvl="2" marL="1085850" rtl="0" algn="l">
              <a:spcBef>
                <a:spcPts val="595"/>
              </a:spcBef>
              <a:spcAft>
                <a:spcPts val="0"/>
              </a:spcAft>
              <a:buSzPts val="1445"/>
              <a:buChar char="▪"/>
            </a:pPr>
            <a:r>
              <a:rPr lang="en-US"/>
              <a:t>E.g., linked list of blocks with missing block on disk</a:t>
            </a:r>
            <a:endParaRPr/>
          </a:p>
          <a:p>
            <a:pPr indent="-228600" lvl="2" marL="1085850" rtl="0" algn="l">
              <a:spcBef>
                <a:spcPts val="595"/>
              </a:spcBef>
              <a:spcAft>
                <a:spcPts val="0"/>
              </a:spcAft>
              <a:buSzPts val="1445"/>
              <a:buChar char="▪"/>
            </a:pPr>
            <a:r>
              <a:rPr lang="en-US"/>
              <a:t>File systems perform consistency check to detect such situations</a:t>
            </a:r>
            <a:endParaRPr/>
          </a:p>
          <a:p>
            <a:pPr indent="-342900" lvl="1" marL="800100" rtl="0" algn="l">
              <a:spcBef>
                <a:spcPts val="595"/>
              </a:spcBef>
              <a:spcAft>
                <a:spcPts val="0"/>
              </a:spcAft>
              <a:buSzPts val="1870"/>
              <a:buChar char="•"/>
            </a:pPr>
            <a:r>
              <a:rPr lang="en-US"/>
              <a:t>Careful ordering of writes can avoid many such problems</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sp>
        <p:nvSpPr>
          <p:cNvPr id="266" name="Google Shape;266;p39"/>
          <p:cNvSpPr txBox="1"/>
          <p:nvPr>
            <p:ph type="title"/>
          </p:nvPr>
        </p:nvSpPr>
        <p:spPr>
          <a:xfrm>
            <a:off x="768350" y="117475"/>
            <a:ext cx="8077200" cy="6096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sz="2800"/>
              <a:t>Optimization of Disk Block Access (Cont.)</a:t>
            </a:r>
            <a:endParaRPr/>
          </a:p>
        </p:txBody>
      </p:sp>
      <p:sp>
        <p:nvSpPr>
          <p:cNvPr id="267" name="Google Shape;267;p39"/>
          <p:cNvSpPr txBox="1"/>
          <p:nvPr>
            <p:ph idx="1" type="body"/>
          </p:nvPr>
        </p:nvSpPr>
        <p:spPr>
          <a:xfrm>
            <a:off x="834501" y="1376592"/>
            <a:ext cx="7568136" cy="4903787"/>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1920"/>
              <a:buFont typeface="Noto Sans Symbols"/>
              <a:buChar char="▪"/>
            </a:pPr>
            <a:r>
              <a:rPr lang="en-US" sz="1600"/>
              <a:t>Buffer managers support </a:t>
            </a:r>
            <a:r>
              <a:rPr b="1" lang="en-US" sz="1600">
                <a:solidFill>
                  <a:srgbClr val="002060"/>
                </a:solidFill>
              </a:rPr>
              <a:t>forced output</a:t>
            </a:r>
            <a:r>
              <a:rPr lang="en-US" sz="1600">
                <a:solidFill>
                  <a:srgbClr val="002060"/>
                </a:solidFill>
              </a:rPr>
              <a:t> </a:t>
            </a:r>
            <a:r>
              <a:rPr lang="en-US" sz="1600"/>
              <a:t>of blocks for the purpose of recovery (more in Chapter 19)</a:t>
            </a:r>
            <a:endParaRPr/>
          </a:p>
          <a:p>
            <a:pPr indent="-342900" lvl="0" marL="342900" rtl="0" algn="l">
              <a:spcBef>
                <a:spcPts val="560"/>
              </a:spcBef>
              <a:spcAft>
                <a:spcPts val="0"/>
              </a:spcAft>
              <a:buSzPts val="1920"/>
              <a:buFont typeface="Noto Sans Symbols"/>
              <a:buChar char="▪"/>
            </a:pPr>
            <a:r>
              <a:rPr b="1" lang="en-US" sz="1600">
                <a:solidFill>
                  <a:srgbClr val="002060"/>
                </a:solidFill>
              </a:rPr>
              <a:t>Nonvolatile write buffers</a:t>
            </a:r>
            <a:r>
              <a:rPr lang="en-US" sz="1600">
                <a:solidFill>
                  <a:srgbClr val="002060"/>
                </a:solidFill>
              </a:rPr>
              <a:t> </a:t>
            </a:r>
            <a:r>
              <a:rPr lang="en-US" sz="1600"/>
              <a:t>speed up disk writes by writing blocks to a non-volatile RAM or flash buffer immediately</a:t>
            </a:r>
            <a:endParaRPr/>
          </a:p>
          <a:p>
            <a:pPr indent="-342900" lvl="1" marL="800100" rtl="0" algn="l">
              <a:spcBef>
                <a:spcPts val="560"/>
              </a:spcBef>
              <a:spcAft>
                <a:spcPts val="0"/>
              </a:spcAft>
              <a:buSzPts val="1760"/>
              <a:buChar char="•"/>
            </a:pPr>
            <a:r>
              <a:rPr i="1" lang="en-US" sz="1600"/>
              <a:t>Writes can be reordered to minimize disk arm movement</a:t>
            </a:r>
            <a:endParaRPr/>
          </a:p>
          <a:p>
            <a:pPr indent="-342900" lvl="0" marL="342900" rtl="0" algn="l">
              <a:spcBef>
                <a:spcPts val="560"/>
              </a:spcBef>
              <a:spcAft>
                <a:spcPts val="0"/>
              </a:spcAft>
              <a:buSzPts val="1920"/>
              <a:buFont typeface="Noto Sans Symbols"/>
              <a:buChar char="▪"/>
            </a:pPr>
            <a:r>
              <a:rPr b="1" lang="en-US" sz="1600">
                <a:solidFill>
                  <a:srgbClr val="002060"/>
                </a:solidFill>
              </a:rPr>
              <a:t>Log disk</a:t>
            </a:r>
            <a:r>
              <a:rPr lang="en-US" sz="1600">
                <a:solidFill>
                  <a:srgbClr val="002060"/>
                </a:solidFill>
              </a:rPr>
              <a:t> </a:t>
            </a:r>
            <a:r>
              <a:rPr lang="en-US" sz="1600"/>
              <a:t>– a disk devoted to writing a sequential log of block updates</a:t>
            </a:r>
            <a:endParaRPr/>
          </a:p>
          <a:p>
            <a:pPr indent="-342900" lvl="1" marL="800100" rtl="0" algn="l">
              <a:spcBef>
                <a:spcPts val="560"/>
              </a:spcBef>
              <a:spcAft>
                <a:spcPts val="0"/>
              </a:spcAft>
              <a:buSzPts val="1760"/>
              <a:buChar char="•"/>
            </a:pPr>
            <a:r>
              <a:rPr lang="en-US" sz="1600"/>
              <a:t> Used exactly like nonvolatile RAM</a:t>
            </a:r>
            <a:endParaRPr/>
          </a:p>
          <a:p>
            <a:pPr indent="-228600" lvl="2" marL="1085850" rtl="0" algn="l">
              <a:spcBef>
                <a:spcPts val="560"/>
              </a:spcBef>
              <a:spcAft>
                <a:spcPts val="0"/>
              </a:spcAft>
              <a:buSzPts val="1360"/>
              <a:buChar char="▪"/>
            </a:pPr>
            <a:r>
              <a:rPr lang="en-US" sz="1600"/>
              <a:t>Write to log disk is very fast since no seeks are required</a:t>
            </a:r>
            <a:endParaRPr/>
          </a:p>
          <a:p>
            <a:pPr indent="-342900" lvl="0" marL="342900" rtl="0" algn="l">
              <a:spcBef>
                <a:spcPts val="560"/>
              </a:spcBef>
              <a:spcAft>
                <a:spcPts val="0"/>
              </a:spcAft>
              <a:buSzPts val="1920"/>
              <a:buFont typeface="Noto Sans Symbols"/>
              <a:buChar char="▪"/>
            </a:pPr>
            <a:r>
              <a:rPr b="1" lang="en-US" sz="1600">
                <a:solidFill>
                  <a:srgbClr val="002060"/>
                </a:solidFill>
              </a:rPr>
              <a:t>Journaling file systems </a:t>
            </a:r>
            <a:r>
              <a:rPr lang="en-US" sz="1600"/>
              <a:t>write data in-order to NV-RAM or log disk</a:t>
            </a:r>
            <a:endParaRPr b="1" sz="1600">
              <a:solidFill>
                <a:schemeClr val="dk2"/>
              </a:solidFill>
            </a:endParaRPr>
          </a:p>
          <a:p>
            <a:pPr indent="-342900" lvl="1" marL="800100" rtl="0" algn="l">
              <a:spcBef>
                <a:spcPts val="560"/>
              </a:spcBef>
              <a:spcAft>
                <a:spcPts val="0"/>
              </a:spcAft>
              <a:buSzPts val="1760"/>
              <a:buChar char="•"/>
            </a:pPr>
            <a:r>
              <a:rPr lang="en-US" sz="1600"/>
              <a:t>Reordering without journaling: risk of corruption of file system data</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 name="Shape 271"/>
        <p:cNvGrpSpPr/>
        <p:nvPr/>
      </p:nvGrpSpPr>
      <p:grpSpPr>
        <a:xfrm>
          <a:off x="0" y="0"/>
          <a:ext cx="0" cy="0"/>
          <a:chOff x="0" y="0"/>
          <a:chExt cx="0" cy="0"/>
        </a:xfrm>
      </p:grpSpPr>
      <p:sp>
        <p:nvSpPr>
          <p:cNvPr id="272" name="Google Shape;272;p40"/>
          <p:cNvSpPr txBox="1"/>
          <p:nvPr>
            <p:ph type="title"/>
          </p:nvPr>
        </p:nvSpPr>
        <p:spPr>
          <a:xfrm>
            <a:off x="768350" y="117475"/>
            <a:ext cx="8077200" cy="6096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Column-Oriented Storage</a:t>
            </a:r>
            <a:endParaRPr/>
          </a:p>
        </p:txBody>
      </p:sp>
      <p:sp>
        <p:nvSpPr>
          <p:cNvPr id="273" name="Google Shape;273;p40"/>
          <p:cNvSpPr txBox="1"/>
          <p:nvPr>
            <p:ph idx="1" type="body"/>
          </p:nvPr>
        </p:nvSpPr>
        <p:spPr>
          <a:xfrm>
            <a:off x="814388" y="1093788"/>
            <a:ext cx="7661275" cy="4903787"/>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2040"/>
              <a:buFont typeface="Noto Sans Symbols"/>
              <a:buChar char="▪"/>
            </a:pPr>
            <a:r>
              <a:rPr lang="en-US"/>
              <a:t>Also known as </a:t>
            </a:r>
            <a:r>
              <a:rPr b="1" lang="en-US">
                <a:solidFill>
                  <a:srgbClr val="002060"/>
                </a:solidFill>
              </a:rPr>
              <a:t>columnar</a:t>
            </a:r>
            <a:r>
              <a:rPr b="1" lang="en-US"/>
              <a:t> </a:t>
            </a:r>
            <a:r>
              <a:rPr b="1" lang="en-US">
                <a:solidFill>
                  <a:srgbClr val="002060"/>
                </a:solidFill>
              </a:rPr>
              <a:t>representation</a:t>
            </a:r>
            <a:endParaRPr/>
          </a:p>
          <a:p>
            <a:pPr indent="-342900" lvl="0" marL="342900" rtl="0" algn="l">
              <a:spcBef>
                <a:spcPts val="595"/>
              </a:spcBef>
              <a:spcAft>
                <a:spcPts val="0"/>
              </a:spcAft>
              <a:buSzPts val="2040"/>
              <a:buFont typeface="Noto Sans Symbols"/>
              <a:buChar char="▪"/>
            </a:pPr>
            <a:r>
              <a:rPr lang="en-US"/>
              <a:t>Store each attribute of a relation separately</a:t>
            </a:r>
            <a:endParaRPr/>
          </a:p>
          <a:p>
            <a:pPr indent="-342900" lvl="0" marL="342900" rtl="0" algn="l">
              <a:spcBef>
                <a:spcPts val="595"/>
              </a:spcBef>
              <a:spcAft>
                <a:spcPts val="0"/>
              </a:spcAft>
              <a:buSzPts val="2040"/>
              <a:buFont typeface="Noto Sans Symbols"/>
              <a:buChar char="▪"/>
            </a:pPr>
            <a:r>
              <a:rPr lang="en-US"/>
              <a:t>Example</a:t>
            </a:r>
            <a:endParaRPr/>
          </a:p>
        </p:txBody>
      </p:sp>
      <p:pic>
        <p:nvPicPr>
          <p:cNvPr id="274" name="Google Shape;274;p40"/>
          <p:cNvPicPr preferRelativeResize="0"/>
          <p:nvPr/>
        </p:nvPicPr>
        <p:blipFill rotWithShape="1">
          <a:blip r:embed="rId3">
            <a:alphaModFix/>
          </a:blip>
          <a:srcRect b="0" l="0" r="0" t="0"/>
          <a:stretch/>
        </p:blipFill>
        <p:spPr>
          <a:xfrm>
            <a:off x="1628773" y="2216020"/>
            <a:ext cx="5720412" cy="2998922"/>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8" name="Shape 278"/>
        <p:cNvGrpSpPr/>
        <p:nvPr/>
      </p:nvGrpSpPr>
      <p:grpSpPr>
        <a:xfrm>
          <a:off x="0" y="0"/>
          <a:ext cx="0" cy="0"/>
          <a:chOff x="0" y="0"/>
          <a:chExt cx="0" cy="0"/>
        </a:xfrm>
      </p:grpSpPr>
      <p:sp>
        <p:nvSpPr>
          <p:cNvPr id="279" name="Google Shape;279;p41"/>
          <p:cNvSpPr txBox="1"/>
          <p:nvPr>
            <p:ph type="title"/>
          </p:nvPr>
        </p:nvSpPr>
        <p:spPr>
          <a:xfrm>
            <a:off x="768350" y="117475"/>
            <a:ext cx="8077200" cy="6096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Columnar Representation</a:t>
            </a:r>
            <a:endParaRPr/>
          </a:p>
        </p:txBody>
      </p:sp>
      <p:sp>
        <p:nvSpPr>
          <p:cNvPr id="280" name="Google Shape;280;p41"/>
          <p:cNvSpPr txBox="1"/>
          <p:nvPr>
            <p:ph idx="1" type="body"/>
          </p:nvPr>
        </p:nvSpPr>
        <p:spPr>
          <a:xfrm>
            <a:off x="814388" y="1093788"/>
            <a:ext cx="8031162" cy="5006975"/>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2040"/>
              <a:buFont typeface="Noto Sans Symbols"/>
              <a:buChar char="▪"/>
            </a:pPr>
            <a:r>
              <a:rPr lang="en-US"/>
              <a:t>Benefits:</a:t>
            </a:r>
            <a:endParaRPr/>
          </a:p>
          <a:p>
            <a:pPr indent="-342900" lvl="1" marL="800100" rtl="0" algn="l">
              <a:spcBef>
                <a:spcPts val="595"/>
              </a:spcBef>
              <a:spcAft>
                <a:spcPts val="0"/>
              </a:spcAft>
              <a:buSzPts val="1870"/>
              <a:buChar char="•"/>
            </a:pPr>
            <a:r>
              <a:rPr lang="en-US"/>
              <a:t>Reduced IO if only some attributes are accessed</a:t>
            </a:r>
            <a:endParaRPr/>
          </a:p>
          <a:p>
            <a:pPr indent="-342900" lvl="1" marL="800100" rtl="0" algn="l">
              <a:spcBef>
                <a:spcPts val="595"/>
              </a:spcBef>
              <a:spcAft>
                <a:spcPts val="0"/>
              </a:spcAft>
              <a:buSzPts val="1870"/>
              <a:buChar char="•"/>
            </a:pPr>
            <a:r>
              <a:rPr lang="en-US"/>
              <a:t>Improved CPU cache performance </a:t>
            </a:r>
            <a:endParaRPr/>
          </a:p>
          <a:p>
            <a:pPr indent="-342900" lvl="1" marL="800100" rtl="0" algn="l">
              <a:spcBef>
                <a:spcPts val="595"/>
              </a:spcBef>
              <a:spcAft>
                <a:spcPts val="0"/>
              </a:spcAft>
              <a:buSzPts val="1870"/>
              <a:buChar char="•"/>
            </a:pPr>
            <a:r>
              <a:rPr lang="en-US"/>
              <a:t>Improved compression</a:t>
            </a:r>
            <a:endParaRPr/>
          </a:p>
          <a:p>
            <a:pPr indent="-342900" lvl="1" marL="800100" rtl="0" algn="l">
              <a:spcBef>
                <a:spcPts val="595"/>
              </a:spcBef>
              <a:spcAft>
                <a:spcPts val="0"/>
              </a:spcAft>
              <a:buSzPts val="1870"/>
              <a:buChar char="•"/>
            </a:pPr>
            <a:r>
              <a:rPr b="1" lang="en-US">
                <a:solidFill>
                  <a:srgbClr val="002060"/>
                </a:solidFill>
              </a:rPr>
              <a:t>Vector processing </a:t>
            </a:r>
            <a:r>
              <a:rPr lang="en-US"/>
              <a:t>on modern CPU architectures</a:t>
            </a:r>
            <a:endParaRPr/>
          </a:p>
          <a:p>
            <a:pPr indent="-342900" lvl="0" marL="342900" rtl="0" algn="l">
              <a:spcBef>
                <a:spcPts val="595"/>
              </a:spcBef>
              <a:spcAft>
                <a:spcPts val="0"/>
              </a:spcAft>
              <a:buSzPts val="2040"/>
              <a:buFont typeface="Noto Sans Symbols"/>
              <a:buChar char="▪"/>
            </a:pPr>
            <a:r>
              <a:rPr lang="en-US"/>
              <a:t>Drawbacks</a:t>
            </a:r>
            <a:endParaRPr/>
          </a:p>
          <a:p>
            <a:pPr indent="-342900" lvl="1" marL="800100" rtl="0" algn="l">
              <a:spcBef>
                <a:spcPts val="595"/>
              </a:spcBef>
              <a:spcAft>
                <a:spcPts val="0"/>
              </a:spcAft>
              <a:buSzPts val="1870"/>
              <a:buChar char="•"/>
            </a:pPr>
            <a:r>
              <a:rPr lang="en-US"/>
              <a:t>Cost of tuple reconstruction from columnar representation</a:t>
            </a:r>
            <a:endParaRPr/>
          </a:p>
          <a:p>
            <a:pPr indent="-342900" lvl="1" marL="800100" rtl="0" algn="l">
              <a:spcBef>
                <a:spcPts val="595"/>
              </a:spcBef>
              <a:spcAft>
                <a:spcPts val="0"/>
              </a:spcAft>
              <a:buSzPts val="1870"/>
              <a:buChar char="•"/>
            </a:pPr>
            <a:r>
              <a:rPr lang="en-US"/>
              <a:t>Cost of tuple deletion and update</a:t>
            </a:r>
            <a:endParaRPr/>
          </a:p>
          <a:p>
            <a:pPr indent="-342900" lvl="1" marL="800100" rtl="0" algn="l">
              <a:spcBef>
                <a:spcPts val="595"/>
              </a:spcBef>
              <a:spcAft>
                <a:spcPts val="0"/>
              </a:spcAft>
              <a:buSzPts val="1870"/>
              <a:buChar char="•"/>
            </a:pPr>
            <a:r>
              <a:rPr lang="en-US"/>
              <a:t>Cost of decompression</a:t>
            </a:r>
            <a:endParaRPr/>
          </a:p>
          <a:p>
            <a:pPr indent="-342900" lvl="0" marL="342900" rtl="0" algn="l">
              <a:spcBef>
                <a:spcPts val="595"/>
              </a:spcBef>
              <a:spcAft>
                <a:spcPts val="0"/>
              </a:spcAft>
              <a:buSzPts val="2040"/>
              <a:buFont typeface="Noto Sans Symbols"/>
              <a:buChar char="▪"/>
            </a:pPr>
            <a:r>
              <a:rPr lang="en-US"/>
              <a:t>Columnar representation found to be more efficient for decision support than row-oriented representation</a:t>
            </a:r>
            <a:endParaRPr/>
          </a:p>
          <a:p>
            <a:pPr indent="-342900" lvl="0" marL="342900" rtl="0" algn="l">
              <a:spcBef>
                <a:spcPts val="595"/>
              </a:spcBef>
              <a:spcAft>
                <a:spcPts val="0"/>
              </a:spcAft>
              <a:buSzPts val="2040"/>
              <a:buFont typeface="Noto Sans Symbols"/>
              <a:buChar char="▪"/>
            </a:pPr>
            <a:r>
              <a:rPr lang="en-US"/>
              <a:t>Traditional row-oriented representation preferable for transaction processing</a:t>
            </a:r>
            <a:endParaRPr/>
          </a:p>
          <a:p>
            <a:pPr indent="-342900" lvl="0" marL="342900" rtl="0" algn="l">
              <a:spcBef>
                <a:spcPts val="595"/>
              </a:spcBef>
              <a:spcAft>
                <a:spcPts val="0"/>
              </a:spcAft>
              <a:buSzPts val="2040"/>
              <a:buFont typeface="Noto Sans Symbols"/>
              <a:buChar char="▪"/>
            </a:pPr>
            <a:r>
              <a:rPr lang="en-US"/>
              <a:t>Some databases support both representations</a:t>
            </a:r>
            <a:endParaRPr/>
          </a:p>
          <a:p>
            <a:pPr indent="-342900" lvl="1" marL="800100" rtl="0" algn="l">
              <a:spcBef>
                <a:spcPts val="595"/>
              </a:spcBef>
              <a:spcAft>
                <a:spcPts val="0"/>
              </a:spcAft>
              <a:buSzPts val="1870"/>
              <a:buChar char="•"/>
            </a:pPr>
            <a:r>
              <a:rPr lang="en-US"/>
              <a:t>Called </a:t>
            </a:r>
            <a:r>
              <a:rPr b="1" lang="en-US">
                <a:solidFill>
                  <a:srgbClr val="002060"/>
                </a:solidFill>
              </a:rPr>
              <a:t>hybrid row/column stores</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4" name="Shape 284"/>
        <p:cNvGrpSpPr/>
        <p:nvPr/>
      </p:nvGrpSpPr>
      <p:grpSpPr>
        <a:xfrm>
          <a:off x="0" y="0"/>
          <a:ext cx="0" cy="0"/>
          <a:chOff x="0" y="0"/>
          <a:chExt cx="0" cy="0"/>
        </a:xfrm>
      </p:grpSpPr>
      <p:pic>
        <p:nvPicPr>
          <p:cNvPr id="285" name="Google Shape;285;p42"/>
          <p:cNvPicPr preferRelativeResize="0"/>
          <p:nvPr/>
        </p:nvPicPr>
        <p:blipFill rotWithShape="1">
          <a:blip r:embed="rId3">
            <a:alphaModFix/>
          </a:blip>
          <a:srcRect b="0" l="0" r="0" t="0"/>
          <a:stretch/>
        </p:blipFill>
        <p:spPr>
          <a:xfrm>
            <a:off x="4572000" y="852963"/>
            <a:ext cx="3743560" cy="5661817"/>
          </a:xfrm>
          <a:prstGeom prst="rect">
            <a:avLst/>
          </a:prstGeom>
          <a:noFill/>
          <a:ln>
            <a:noFill/>
          </a:ln>
        </p:spPr>
      </p:pic>
      <p:sp>
        <p:nvSpPr>
          <p:cNvPr id="286" name="Google Shape;286;p42"/>
          <p:cNvSpPr txBox="1"/>
          <p:nvPr>
            <p:ph type="title"/>
          </p:nvPr>
        </p:nvSpPr>
        <p:spPr>
          <a:xfrm>
            <a:off x="768350" y="117475"/>
            <a:ext cx="8077200" cy="6096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Columnar File Representation</a:t>
            </a:r>
            <a:endParaRPr/>
          </a:p>
        </p:txBody>
      </p:sp>
      <p:sp>
        <p:nvSpPr>
          <p:cNvPr id="287" name="Google Shape;287;p42"/>
          <p:cNvSpPr txBox="1"/>
          <p:nvPr>
            <p:ph idx="1" type="body"/>
          </p:nvPr>
        </p:nvSpPr>
        <p:spPr>
          <a:xfrm>
            <a:off x="814389" y="1093788"/>
            <a:ext cx="3170470" cy="4903787"/>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2040"/>
              <a:buFont typeface="Noto Sans Symbols"/>
              <a:buChar char="▪"/>
            </a:pPr>
            <a:r>
              <a:rPr lang="en-US"/>
              <a:t>ORC and Parquet: file formats with columnar storage inside file</a:t>
            </a:r>
            <a:endParaRPr/>
          </a:p>
          <a:p>
            <a:pPr indent="-342900" lvl="0" marL="342900" rtl="0" algn="l">
              <a:spcBef>
                <a:spcPts val="595"/>
              </a:spcBef>
              <a:spcAft>
                <a:spcPts val="0"/>
              </a:spcAft>
              <a:buSzPts val="2040"/>
              <a:buFont typeface="Noto Sans Symbols"/>
              <a:buChar char="▪"/>
            </a:pPr>
            <a:r>
              <a:rPr lang="en-US"/>
              <a:t>Very popular for big-data applications</a:t>
            </a:r>
            <a:endParaRPr/>
          </a:p>
          <a:p>
            <a:pPr indent="-342900" lvl="0" marL="342900" rtl="0" algn="l">
              <a:spcBef>
                <a:spcPts val="595"/>
              </a:spcBef>
              <a:spcAft>
                <a:spcPts val="0"/>
              </a:spcAft>
              <a:buSzPts val="2040"/>
              <a:buFont typeface="Noto Sans Symbols"/>
              <a:buChar char="▪"/>
            </a:pPr>
            <a:r>
              <a:rPr lang="en-US"/>
              <a:t>Orc file format shown on right:</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sp>
        <p:nvSpPr>
          <p:cNvPr id="292" name="Google Shape;292;p43"/>
          <p:cNvSpPr txBox="1"/>
          <p:nvPr>
            <p:ph type="title"/>
          </p:nvPr>
        </p:nvSpPr>
        <p:spPr>
          <a:xfrm>
            <a:off x="882654" y="100003"/>
            <a:ext cx="8077200" cy="685796"/>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sz="2600"/>
              <a:t>Storage Organization in Main-Memory Databases</a:t>
            </a:r>
            <a:endParaRPr/>
          </a:p>
        </p:txBody>
      </p:sp>
      <p:sp>
        <p:nvSpPr>
          <p:cNvPr id="293" name="Google Shape;293;p43"/>
          <p:cNvSpPr txBox="1"/>
          <p:nvPr>
            <p:ph idx="1" type="body"/>
          </p:nvPr>
        </p:nvSpPr>
        <p:spPr>
          <a:xfrm>
            <a:off x="768350" y="1233435"/>
            <a:ext cx="3803649" cy="4920791"/>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2040"/>
              <a:buFont typeface="Noto Sans Symbols"/>
              <a:buChar char="▪"/>
            </a:pPr>
            <a:r>
              <a:rPr lang="en-US"/>
              <a:t>Can store records directly in memory without a buffer manager</a:t>
            </a:r>
            <a:endParaRPr/>
          </a:p>
          <a:p>
            <a:pPr indent="-342900" lvl="0" marL="342900" rtl="0" algn="l">
              <a:spcBef>
                <a:spcPts val="595"/>
              </a:spcBef>
              <a:spcAft>
                <a:spcPts val="0"/>
              </a:spcAft>
              <a:buSzPts val="2040"/>
              <a:buFont typeface="Noto Sans Symbols"/>
              <a:buChar char="▪"/>
            </a:pPr>
            <a:r>
              <a:rPr lang="en-US"/>
              <a:t>Column-oriented storage can be used in-memory for decision support applications</a:t>
            </a:r>
            <a:endParaRPr/>
          </a:p>
          <a:p>
            <a:pPr indent="-342900" lvl="1" marL="800100" rtl="0" algn="l">
              <a:spcBef>
                <a:spcPts val="595"/>
              </a:spcBef>
              <a:spcAft>
                <a:spcPts val="0"/>
              </a:spcAft>
              <a:buSzPts val="1870"/>
              <a:buChar char="•"/>
            </a:pPr>
            <a:r>
              <a:rPr lang="en-US"/>
              <a:t>Compression reduces memory requirement</a:t>
            </a:r>
            <a:endParaRPr/>
          </a:p>
        </p:txBody>
      </p:sp>
      <p:pic>
        <p:nvPicPr>
          <p:cNvPr id="294" name="Google Shape;294;p43"/>
          <p:cNvPicPr preferRelativeResize="0"/>
          <p:nvPr/>
        </p:nvPicPr>
        <p:blipFill rotWithShape="1">
          <a:blip r:embed="rId3">
            <a:alphaModFix/>
          </a:blip>
          <a:srcRect b="0" l="0" r="0" t="0"/>
          <a:stretch/>
        </p:blipFill>
        <p:spPr>
          <a:xfrm>
            <a:off x="5043487" y="1328735"/>
            <a:ext cx="3082597" cy="5027920"/>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8" name="Shape 298"/>
        <p:cNvGrpSpPr/>
        <p:nvPr/>
      </p:nvGrpSpPr>
      <p:grpSpPr>
        <a:xfrm>
          <a:off x="0" y="0"/>
          <a:ext cx="0" cy="0"/>
          <a:chOff x="0" y="0"/>
          <a:chExt cx="0" cy="0"/>
        </a:xfrm>
      </p:grpSpPr>
      <p:sp>
        <p:nvSpPr>
          <p:cNvPr id="299" name="Google Shape;299;p44"/>
          <p:cNvSpPr txBox="1"/>
          <p:nvPr>
            <p:ph type="ctrTitle"/>
          </p:nvPr>
        </p:nvSpPr>
        <p:spPr>
          <a:xfrm>
            <a:off x="685800" y="2130425"/>
            <a:ext cx="7772400" cy="1470025"/>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End of Chapter 13</a:t>
            </a:r>
            <a:endParaRPr/>
          </a:p>
        </p:txBody>
      </p:sp>
    </p:spTree>
  </p:cSld>
  <p:clrMapOvr>
    <a:masterClrMapping/>
  </p:clrMapOvr>
</p:sld>
</file>

<file path=ppt/theme/theme1.xml><?xml version="1.0" encoding="utf-8"?>
<a:theme xmlns:a="http://schemas.openxmlformats.org/drawingml/2006/main" xmlns:r="http://schemas.openxmlformats.org/officeDocument/2006/relationships" name="2_db-5-grey">
  <a:themeElements>
    <a:clrScheme name="">
      <a:dk1>
        <a:srgbClr val="000000"/>
      </a:dk1>
      <a:lt1>
        <a:srgbClr val="CCECFF"/>
      </a:lt1>
      <a:dk2>
        <a:srgbClr val="CC3300"/>
      </a:dk2>
      <a:lt2>
        <a:srgbClr val="666699"/>
      </a:lt2>
      <a:accent1>
        <a:srgbClr val="FFFFFF"/>
      </a:accent1>
      <a:accent2>
        <a:srgbClr val="CCCC00"/>
      </a:accent2>
      <a:accent3>
        <a:srgbClr val="E2F4FF"/>
      </a:accent3>
      <a:accent4>
        <a:srgbClr val="000000"/>
      </a:accent4>
      <a:accent5>
        <a:srgbClr val="FFFFFF"/>
      </a:accent5>
      <a:accent6>
        <a:srgbClr val="B9B900"/>
      </a:accent6>
      <a:hlink>
        <a:srgbClr val="FF9900"/>
      </a:hlink>
      <a:folHlink>
        <a:srgbClr val="FF9933"/>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